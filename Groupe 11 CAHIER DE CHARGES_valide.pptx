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7"/>
  </p:notesMasterIdLst>
  <p:handoutMasterIdLst>
    <p:handoutMasterId r:id="rId28"/>
  </p:handoutMasterIdLst>
  <p:sldIdLst>
    <p:sldId id="256" r:id="rId2"/>
    <p:sldId id="265" r:id="rId3"/>
    <p:sldId id="318" r:id="rId4"/>
    <p:sldId id="262" r:id="rId5"/>
    <p:sldId id="341" r:id="rId6"/>
    <p:sldId id="342" r:id="rId7"/>
    <p:sldId id="343" r:id="rId8"/>
    <p:sldId id="330" r:id="rId9"/>
    <p:sldId id="339" r:id="rId10"/>
    <p:sldId id="344" r:id="rId11"/>
    <p:sldId id="346" r:id="rId12"/>
    <p:sldId id="349" r:id="rId13"/>
    <p:sldId id="360" r:id="rId14"/>
    <p:sldId id="347" r:id="rId15"/>
    <p:sldId id="350" r:id="rId16"/>
    <p:sldId id="351" r:id="rId17"/>
    <p:sldId id="353" r:id="rId18"/>
    <p:sldId id="358" r:id="rId19"/>
    <p:sldId id="359" r:id="rId20"/>
    <p:sldId id="361" r:id="rId21"/>
    <p:sldId id="356" r:id="rId22"/>
    <p:sldId id="362" r:id="rId23"/>
    <p:sldId id="363" r:id="rId24"/>
    <p:sldId id="329" r:id="rId25"/>
    <p:sldId id="282" r:id="rId26"/>
  </p:sldIdLst>
  <p:sldSz cx="9144000" cy="5143500" type="screen16x9"/>
  <p:notesSz cx="6858000" cy="9144000"/>
  <p:embeddedFontLst>
    <p:embeddedFont>
      <p:font typeface="Bell MT" panose="02020503060305020303" pitchFamily="18" charset="77"/>
      <p:regular r:id="rId29"/>
      <p:bold r:id="rId30"/>
      <p:italic r:id="rId31"/>
    </p:embeddedFont>
    <p:embeddedFont>
      <p:font typeface="Montserrat" pitchFamily="2" charset="77"/>
      <p:regular r:id="rId32"/>
      <p:bold r:id="rId33"/>
      <p:italic r:id="rId34"/>
      <p:boldItalic r:id="rId35"/>
    </p:embeddedFont>
    <p:embeddedFont>
      <p:font typeface="Raleway" pitchFamily="2" charset="77"/>
      <p:regular r:id="rId36"/>
      <p:bold r:id="rId37"/>
      <p:italic r:id="rId38"/>
      <p:boldItalic r:id="rId39"/>
    </p:embeddedFont>
    <p:embeddedFont>
      <p:font typeface="Raleway Medium" pitchFamily="2" charset="77"/>
      <p:regular r:id="rId40"/>
      <p:bold r:id="rId41"/>
      <p:italic r:id="rId42"/>
      <p:boldItalic r:id="rId43"/>
    </p:embeddedFont>
    <p:embeddedFont>
      <p:font typeface="Viga" panose="020B0800030000020004" pitchFamily="34" charset="77"/>
      <p:regular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c" initials="p" lastIdx="1" clrIdx="0">
    <p:extLst>
      <p:ext uri="{19B8F6BF-5375-455C-9EA6-DF929625EA0E}">
        <p15:presenceInfo xmlns:p15="http://schemas.microsoft.com/office/powerpoint/2012/main" userId="p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6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717D3C-9BDB-45C7-828E-A1A48B0205C0}">
  <a:tblStyle styleId="{F1717D3C-9BDB-45C7-828E-A1A48B0205C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79" autoAdjust="0"/>
    <p:restoredTop sz="78472" autoAdjust="0"/>
  </p:normalViewPr>
  <p:slideViewPr>
    <p:cSldViewPr snapToGrid="0" showGuides="1">
      <p:cViewPr>
        <p:scale>
          <a:sx n="79" d="100"/>
          <a:sy n="79" d="100"/>
        </p:scale>
        <p:origin x="1256" y="1000"/>
      </p:cViewPr>
      <p:guideLst>
        <p:guide orient="horz" pos="1620"/>
        <p:guide pos="2880"/>
      </p:guideLst>
    </p:cSldViewPr>
  </p:slideViewPr>
  <p:notesTextViewPr>
    <p:cViewPr>
      <p:scale>
        <a:sx n="1" d="1"/>
        <a:sy n="1" d="1"/>
      </p:scale>
      <p:origin x="0" y="0"/>
    </p:cViewPr>
  </p:notesTextViewPr>
  <p:notesViewPr>
    <p:cSldViewPr snapToGrid="0">
      <p:cViewPr varScale="1">
        <p:scale>
          <a:sx n="54" d="100"/>
          <a:sy n="54" d="100"/>
        </p:scale>
        <p:origin x="2898"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font" Target="fonts/font8.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94EDD1FF-FBCE-CFFF-71BA-258CBA0885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1B9FE07-6BDE-66D5-A116-2C4AA52C45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D0E8B1-A2FC-4C9E-9464-91C519485D7F}" type="datetimeFigureOut">
              <a:rPr lang="fr-FR" smtClean="0"/>
              <a:t>13/12/2025</a:t>
            </a:fld>
            <a:endParaRPr lang="fr-FR"/>
          </a:p>
        </p:txBody>
      </p:sp>
      <p:sp>
        <p:nvSpPr>
          <p:cNvPr id="4" name="Espace réservé du pied de page 3">
            <a:extLst>
              <a:ext uri="{FF2B5EF4-FFF2-40B4-BE49-F238E27FC236}">
                <a16:creationId xmlns:a16="http://schemas.microsoft.com/office/drawing/2014/main" id="{E816346C-7682-6F0E-398F-91369BF961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D94350AE-846D-5EE4-0C3A-9B054CE682A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8BE25B-274E-4C4A-BBF7-29333533BF45}" type="slidenum">
              <a:rPr lang="fr-FR" smtClean="0"/>
              <a:t>‹N°›</a:t>
            </a:fld>
            <a:endParaRPr lang="fr-FR"/>
          </a:p>
        </p:txBody>
      </p:sp>
    </p:spTree>
    <p:extLst>
      <p:ext uri="{BB962C8B-B14F-4D97-AF65-F5344CB8AC3E}">
        <p14:creationId xmlns:p14="http://schemas.microsoft.com/office/powerpoint/2010/main" val="34250157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30356526a4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30356526a4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130e7931264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130e7931264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11cea9f7dc7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86ACE1E4-B05E-E275-EDE8-8B94BFA54168}"/>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2B04E015-4E77-E72A-F482-C5587A2325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458A0F44-A412-3A08-BDDD-99D1C5CCEF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231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11cea9f7dc7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6931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86ACE1E4-B05E-E275-EDE8-8B94BFA54168}"/>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2B04E015-4E77-E72A-F482-C5587A2325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458A0F44-A412-3A08-BDDD-99D1C5CCEF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0205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E9CECF61-0443-8380-6891-AC77D4CBA085}"/>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FFB73237-AE74-32D9-7F97-C595A47CB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97ACD3BB-F72C-6C42-DC00-AA24F89060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8545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4A4603AB-672F-451F-19A5-B24C0CA964A6}"/>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5E9AD609-CF67-F974-A076-0E500DEE16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7E34359B-0D67-9C94-51FD-21AC1BDE76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Storage area network , réseau informatique qui permet de connecter des serveurs a des </a:t>
            </a:r>
            <a:r>
              <a:rPr lang="fr-FR" dirty="0" err="1"/>
              <a:t>systemes</a:t>
            </a:r>
            <a:r>
              <a:rPr lang="fr-FR" dirty="0"/>
              <a:t> de stockage </a:t>
            </a:r>
            <a:endParaRPr dirty="0"/>
          </a:p>
        </p:txBody>
      </p:sp>
    </p:spTree>
    <p:extLst>
      <p:ext uri="{BB962C8B-B14F-4D97-AF65-F5344CB8AC3E}">
        <p14:creationId xmlns:p14="http://schemas.microsoft.com/office/powerpoint/2010/main" val="1533652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E9CECF61-0443-8380-6891-AC77D4CBA085}"/>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FFB73237-AE74-32D9-7F97-C595A47CB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97ACD3BB-F72C-6C42-DC00-AA24F89060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8954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86ACE1E4-B05E-E275-EDE8-8B94BFA54168}"/>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2B04E015-4E77-E72A-F482-C5587A2325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458A0F44-A412-3A08-BDDD-99D1C5CCEF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7351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8AE71AC4-8B7F-E7AD-4835-C1C1A6F673DA}"/>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0B5DCFD5-8629-E321-9A11-BD2A53FEB5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D22BE35E-2BA2-B1C0-9D43-3BE7238111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4675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E9CECF61-0443-8380-6891-AC77D4CBA085}"/>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FFB73237-AE74-32D9-7F97-C595A47CB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97ACD3BB-F72C-6C42-DC00-AA24F89060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8154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86ACE1E4-B05E-E275-EDE8-8B94BFA54168}"/>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2B04E015-4E77-E72A-F482-C5587A2325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458A0F44-A412-3A08-BDDD-99D1C5CCEF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2165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E59F2E2D-4B35-7F32-7E68-227C0ABB7A50}"/>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F1A6C370-7A27-3138-44E9-3C8DB2E153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A84E9305-C012-C553-FE26-B70143A84B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6707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248019FB-E94A-8041-C070-EE51BBA58DFA}"/>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5A232DC1-F11E-E926-65F5-D39ACE99E0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815D7BD9-C4A0-3EF8-1A1D-79E9CF6259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4783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CB083C9C-ACAE-0EFB-EAD3-EC475AA0DC4E}"/>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529EEF56-DFEF-EAA5-5068-EB6D9EFE21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AF5E4351-FE0B-44E6-E6AC-6C0F47E338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Sous </a:t>
            </a:r>
            <a:r>
              <a:rPr lang="fr-FR" b="1" dirty="0"/>
              <a:t>Debian 12</a:t>
            </a:r>
            <a:r>
              <a:rPr lang="fr-FR" dirty="0"/>
              <a:t>, ces éléments sont généralement utilisés ensemble pour la </a:t>
            </a:r>
            <a:r>
              <a:rPr lang="fr-FR" b="1" dirty="0"/>
              <a:t>synchronisation automatique et sécurisée de fichiers</a:t>
            </a:r>
            <a:r>
              <a:rPr lang="fr-FR" dirty="0"/>
              <a:t> :</a:t>
            </a:r>
          </a:p>
          <a:p>
            <a:r>
              <a:rPr lang="fr-FR" b="1" dirty="0" err="1"/>
              <a:t>rsync</a:t>
            </a:r>
            <a:r>
              <a:rPr lang="fr-FR" dirty="0"/>
              <a:t> : synchronise les fichiers et répertoires efficacement (transfert uniquement des changements).</a:t>
            </a:r>
          </a:p>
          <a:p>
            <a:r>
              <a:rPr lang="fr-FR" b="1" dirty="0" err="1"/>
              <a:t>inotify-tools</a:t>
            </a:r>
            <a:r>
              <a:rPr lang="fr-FR" dirty="0"/>
              <a:t> : surveille en temps réel les modifications du système de fichiers (création, modification, suppression).</a:t>
            </a:r>
          </a:p>
          <a:p>
            <a:r>
              <a:rPr lang="fr-FR" b="1" dirty="0"/>
              <a:t>SSH</a:t>
            </a:r>
            <a:r>
              <a:rPr lang="fr-FR" dirty="0"/>
              <a:t> : assure un </a:t>
            </a:r>
            <a:r>
              <a:rPr lang="fr-FR" b="1" dirty="0"/>
              <a:t>transfert sécurisé</a:t>
            </a:r>
            <a:r>
              <a:rPr lang="fr-FR" dirty="0"/>
              <a:t> des données entre machines.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3719553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5B536787-142D-4838-AE98-D045ACBCD149}"/>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D04583FD-6CAB-BC94-776B-DB88DEFEB8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58254230-6864-2653-16DF-A5D16B896E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81358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92093666-5CF0-620C-1FB7-924922909BFC}"/>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0E342329-EC67-90AF-7CBF-ED94F1447E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AB5D1AE4-F628-0B83-47F5-287A75421E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22657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A3295027-72B4-FC38-0687-F6692163462C}"/>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E68C4C5D-7205-2ADB-6D25-3729B22F08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03A56CF7-DC34-4545-B302-9BA0D4AD04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16939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5C157C42-BE81-CCCF-2734-063970267EFD}"/>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C603900B-DA12-5BA1-CAE0-B2D49AA7A0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0E03F5BB-CADA-B7B7-23E7-C212E40859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71977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BB367744-D7DE-C6A6-8847-3FECC0C7D11C}"/>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945ED7CE-5B6C-72A2-4CFF-B56AA95F2C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12CD0559-155E-DB01-352F-665199BE89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35593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a:extLst>
            <a:ext uri="{FF2B5EF4-FFF2-40B4-BE49-F238E27FC236}">
              <a16:creationId xmlns:a16="http://schemas.microsoft.com/office/drawing/2014/main" id="{9DAF9401-1BC7-4652-4B8F-2EEBA5EAA5C3}"/>
            </a:ext>
          </a:extLst>
        </p:cNvPr>
        <p:cNvGrpSpPr/>
        <p:nvPr/>
      </p:nvGrpSpPr>
      <p:grpSpPr>
        <a:xfrm>
          <a:off x="0" y="0"/>
          <a:ext cx="0" cy="0"/>
          <a:chOff x="0" y="0"/>
          <a:chExt cx="0" cy="0"/>
        </a:xfrm>
      </p:grpSpPr>
      <p:sp>
        <p:nvSpPr>
          <p:cNvPr id="546" name="Google Shape;546;g11cea9f7dc7_0_122:notes">
            <a:extLst>
              <a:ext uri="{FF2B5EF4-FFF2-40B4-BE49-F238E27FC236}">
                <a16:creationId xmlns:a16="http://schemas.microsoft.com/office/drawing/2014/main" id="{B25DF843-345A-4AD5-74E9-0742FE49F6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11cea9f7dc7_0_122:notes">
            <a:extLst>
              <a:ext uri="{FF2B5EF4-FFF2-40B4-BE49-F238E27FC236}">
                <a16:creationId xmlns:a16="http://schemas.microsoft.com/office/drawing/2014/main" id="{C11A0E27-11EF-CAEF-A67C-C342C2B4F3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97582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9"/>
        <p:cNvGrpSpPr/>
        <p:nvPr/>
      </p:nvGrpSpPr>
      <p:grpSpPr>
        <a:xfrm>
          <a:off x="0" y="0"/>
          <a:ext cx="0" cy="0"/>
          <a:chOff x="0" y="0"/>
          <a:chExt cx="0" cy="0"/>
        </a:xfrm>
      </p:grpSpPr>
      <p:sp>
        <p:nvSpPr>
          <p:cNvPr id="1400" name="Google Shape;1400;g13125dd8fce_0_5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1" name="Google Shape;1401;g13125dd8fce_0_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4175" y="1295475"/>
            <a:ext cx="4859700" cy="2049900"/>
          </a:xfrm>
          <a:prstGeom prst="rect">
            <a:avLst/>
          </a:prstGeom>
        </p:spPr>
        <p:txBody>
          <a:bodyPr spcFirstLastPara="1" wrap="square" lIns="91425" tIns="0" rIns="91425" bIns="0" anchor="t" anchorCtr="0">
            <a:noAutofit/>
          </a:bodyPr>
          <a:lstStyle>
            <a:lvl1pPr lvl="0">
              <a:spcBef>
                <a:spcPts val="0"/>
              </a:spcBef>
              <a:spcAft>
                <a:spcPts val="0"/>
              </a:spcAft>
              <a:buSzPts val="5200"/>
              <a:buNone/>
              <a:defRPr sz="4500" b="0">
                <a:solidFill>
                  <a:schemeClr val="accent2"/>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806200" y="3621025"/>
            <a:ext cx="4218300" cy="266100"/>
          </a:xfrm>
          <a:prstGeom prst="rect">
            <a:avLst/>
          </a:prstGeom>
        </p:spPr>
        <p:txBody>
          <a:bodyPr spcFirstLastPara="1" wrap="square" lIns="91425" tIns="0" rIns="91425" bIns="0" anchor="t" anchorCtr="0">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8450" y="-14800"/>
            <a:ext cx="9180900" cy="421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flipH="1">
            <a:off x="152400" y="125600"/>
            <a:ext cx="575950" cy="140700"/>
            <a:chOff x="8416025" y="66500"/>
            <a:chExt cx="575950" cy="140700"/>
          </a:xfrm>
        </p:grpSpPr>
        <p:sp>
          <p:nvSpPr>
            <p:cNvPr id="13" name="Google Shape;13;p2"/>
            <p:cNvSpPr/>
            <p:nvPr/>
          </p:nvSpPr>
          <p:spPr>
            <a:xfrm>
              <a:off x="8851275" y="66500"/>
              <a:ext cx="140700" cy="140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633650" y="66500"/>
              <a:ext cx="140700" cy="140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416025" y="66500"/>
              <a:ext cx="140700" cy="140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p:nvPr/>
        </p:nvSpPr>
        <p:spPr>
          <a:xfrm>
            <a:off x="917700" y="83000"/>
            <a:ext cx="3683400" cy="2259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dk2"/>
              </a:solidFill>
              <a:latin typeface="Raleway"/>
              <a:ea typeface="Raleway"/>
              <a:cs typeface="Raleway"/>
              <a:sym typeface="Raleway"/>
            </a:endParaRPr>
          </a:p>
        </p:txBody>
      </p:sp>
      <p:sp>
        <p:nvSpPr>
          <p:cNvPr id="17" name="Google Shape;17;p2"/>
          <p:cNvSpPr/>
          <p:nvPr/>
        </p:nvSpPr>
        <p:spPr>
          <a:xfrm>
            <a:off x="4601200" y="3015075"/>
            <a:ext cx="5260450" cy="4388975"/>
          </a:xfrm>
          <a:custGeom>
            <a:avLst/>
            <a:gdLst/>
            <a:ahLst/>
            <a:cxnLst/>
            <a:rect l="l" t="t" r="r" b="b"/>
            <a:pathLst>
              <a:path w="210418" h="175559" extrusionOk="0">
                <a:moveTo>
                  <a:pt x="102449" y="0"/>
                </a:moveTo>
                <a:cubicBezTo>
                  <a:pt x="96429" y="0"/>
                  <a:pt x="90375" y="553"/>
                  <a:pt x="84360" y="1697"/>
                </a:cubicBezTo>
                <a:cubicBezTo>
                  <a:pt x="72252" y="3998"/>
                  <a:pt x="60577" y="8501"/>
                  <a:pt x="50069" y="14939"/>
                </a:cubicBezTo>
                <a:cubicBezTo>
                  <a:pt x="44399" y="18442"/>
                  <a:pt x="39061" y="22545"/>
                  <a:pt x="34191" y="27115"/>
                </a:cubicBezTo>
                <a:cubicBezTo>
                  <a:pt x="32724" y="28482"/>
                  <a:pt x="31323" y="29883"/>
                  <a:pt x="29955" y="31351"/>
                </a:cubicBezTo>
                <a:cubicBezTo>
                  <a:pt x="24151" y="37456"/>
                  <a:pt x="19147" y="44327"/>
                  <a:pt x="15078" y="51699"/>
                </a:cubicBezTo>
                <a:cubicBezTo>
                  <a:pt x="4036" y="71914"/>
                  <a:pt x="0" y="96798"/>
                  <a:pt x="2836" y="120115"/>
                </a:cubicBezTo>
                <a:cubicBezTo>
                  <a:pt x="4170" y="130956"/>
                  <a:pt x="6705" y="142064"/>
                  <a:pt x="12042" y="151671"/>
                </a:cubicBezTo>
                <a:cubicBezTo>
                  <a:pt x="16479" y="159476"/>
                  <a:pt x="22950" y="166281"/>
                  <a:pt x="31122" y="169984"/>
                </a:cubicBezTo>
                <a:cubicBezTo>
                  <a:pt x="36842" y="172572"/>
                  <a:pt x="42598" y="173499"/>
                  <a:pt x="48379" y="173499"/>
                </a:cubicBezTo>
                <a:cubicBezTo>
                  <a:pt x="62921" y="173499"/>
                  <a:pt x="77624" y="167640"/>
                  <a:pt x="92315" y="167640"/>
                </a:cubicBezTo>
                <a:cubicBezTo>
                  <a:pt x="92632" y="167640"/>
                  <a:pt x="92949" y="167643"/>
                  <a:pt x="93267" y="167649"/>
                </a:cubicBezTo>
                <a:cubicBezTo>
                  <a:pt x="101506" y="167782"/>
                  <a:pt x="109512" y="169950"/>
                  <a:pt x="117417" y="172052"/>
                </a:cubicBezTo>
                <a:lnTo>
                  <a:pt x="117918" y="172185"/>
                </a:lnTo>
                <a:cubicBezTo>
                  <a:pt x="125517" y="174165"/>
                  <a:pt x="133489" y="175559"/>
                  <a:pt x="141406" y="175559"/>
                </a:cubicBezTo>
                <a:cubicBezTo>
                  <a:pt x="147495" y="175559"/>
                  <a:pt x="153551" y="174735"/>
                  <a:pt x="159381" y="172719"/>
                </a:cubicBezTo>
                <a:cubicBezTo>
                  <a:pt x="171589" y="168516"/>
                  <a:pt x="182631" y="160177"/>
                  <a:pt x="190403" y="149869"/>
                </a:cubicBezTo>
                <a:cubicBezTo>
                  <a:pt x="210417" y="123350"/>
                  <a:pt x="207982" y="84456"/>
                  <a:pt x="193739" y="55969"/>
                </a:cubicBezTo>
                <a:cubicBezTo>
                  <a:pt x="176565" y="21709"/>
                  <a:pt x="140167" y="0"/>
                  <a:pt x="1024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txBox="1">
            <a:spLocks noGrp="1"/>
          </p:cNvSpPr>
          <p:nvPr>
            <p:ph type="subTitle" idx="2"/>
          </p:nvPr>
        </p:nvSpPr>
        <p:spPr>
          <a:xfrm>
            <a:off x="1030500" y="83000"/>
            <a:ext cx="3457800" cy="225900"/>
          </a:xfrm>
          <a:prstGeom prst="rect">
            <a:avLst/>
          </a:prstGeom>
        </p:spPr>
        <p:txBody>
          <a:bodyPr spcFirstLastPara="1" wrap="square" lIns="91425" tIns="0" rIns="91425" bIns="0" anchor="ctr" anchorCtr="0">
            <a:noAutofit/>
          </a:bodyPr>
          <a:lstStyle>
            <a:lvl1pPr lvl="0" rtl="0">
              <a:lnSpc>
                <a:spcPct val="100000"/>
              </a:lnSpc>
              <a:spcBef>
                <a:spcPts val="0"/>
              </a:spcBef>
              <a:spcAft>
                <a:spcPts val="0"/>
              </a:spcAft>
              <a:buSzPts val="2800"/>
              <a:buNone/>
              <a:defRPr sz="1000" b="1">
                <a:solidFill>
                  <a:schemeClr val="dk2"/>
                </a:solidFill>
                <a:latin typeface="Raleway"/>
                <a:ea typeface="Raleway"/>
                <a:cs typeface="Raleway"/>
                <a:sym typeface="Raleway"/>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accent3"/>
        </a:solidFill>
        <a:effectLst/>
      </p:bgPr>
    </p:bg>
    <p:spTree>
      <p:nvGrpSpPr>
        <p:cNvPr id="1" name="Shape 60"/>
        <p:cNvGrpSpPr/>
        <p:nvPr/>
      </p:nvGrpSpPr>
      <p:grpSpPr>
        <a:xfrm>
          <a:off x="0" y="0"/>
          <a:ext cx="0" cy="0"/>
          <a:chOff x="0" y="0"/>
          <a:chExt cx="0" cy="0"/>
        </a:xfrm>
      </p:grpSpPr>
      <p:sp>
        <p:nvSpPr>
          <p:cNvPr id="61" name="Google Shape;61;p9"/>
          <p:cNvSpPr/>
          <p:nvPr/>
        </p:nvSpPr>
        <p:spPr>
          <a:xfrm rot="10800000" flipH="1">
            <a:off x="-1059712" y="1825650"/>
            <a:ext cx="5265450" cy="4392325"/>
          </a:xfrm>
          <a:custGeom>
            <a:avLst/>
            <a:gdLst/>
            <a:ahLst/>
            <a:cxnLst/>
            <a:rect l="l" t="t" r="r" b="b"/>
            <a:pathLst>
              <a:path w="210618" h="175693" extrusionOk="0">
                <a:moveTo>
                  <a:pt x="102516" y="1"/>
                </a:moveTo>
                <a:cubicBezTo>
                  <a:pt x="96495" y="1"/>
                  <a:pt x="90441" y="554"/>
                  <a:pt x="84427" y="1697"/>
                </a:cubicBezTo>
                <a:cubicBezTo>
                  <a:pt x="72319" y="4032"/>
                  <a:pt x="60644" y="8535"/>
                  <a:pt x="50136" y="15006"/>
                </a:cubicBezTo>
                <a:cubicBezTo>
                  <a:pt x="44465" y="18509"/>
                  <a:pt x="39128" y="22578"/>
                  <a:pt x="34225" y="27182"/>
                </a:cubicBezTo>
                <a:cubicBezTo>
                  <a:pt x="32790" y="28549"/>
                  <a:pt x="31356" y="29984"/>
                  <a:pt x="29988" y="31418"/>
                </a:cubicBezTo>
                <a:cubicBezTo>
                  <a:pt x="24184" y="37556"/>
                  <a:pt x="19181" y="44394"/>
                  <a:pt x="15145" y="51766"/>
                </a:cubicBezTo>
                <a:cubicBezTo>
                  <a:pt x="4037" y="72014"/>
                  <a:pt x="0" y="96898"/>
                  <a:pt x="2836" y="120248"/>
                </a:cubicBezTo>
                <a:cubicBezTo>
                  <a:pt x="4170" y="131089"/>
                  <a:pt x="6705" y="142164"/>
                  <a:pt x="12142" y="151804"/>
                </a:cubicBezTo>
                <a:cubicBezTo>
                  <a:pt x="16546" y="159610"/>
                  <a:pt x="23017" y="166415"/>
                  <a:pt x="31189" y="170117"/>
                </a:cubicBezTo>
                <a:cubicBezTo>
                  <a:pt x="36909" y="172706"/>
                  <a:pt x="42667" y="173632"/>
                  <a:pt x="48453" y="173632"/>
                </a:cubicBezTo>
                <a:cubicBezTo>
                  <a:pt x="63006" y="173632"/>
                  <a:pt x="77733" y="167774"/>
                  <a:pt x="92447" y="167774"/>
                </a:cubicBezTo>
                <a:cubicBezTo>
                  <a:pt x="92765" y="167774"/>
                  <a:pt x="93083" y="167777"/>
                  <a:pt x="93400" y="167782"/>
                </a:cubicBezTo>
                <a:cubicBezTo>
                  <a:pt x="101606" y="167916"/>
                  <a:pt x="109612" y="170084"/>
                  <a:pt x="117551" y="172185"/>
                </a:cubicBezTo>
                <a:lnTo>
                  <a:pt x="118051" y="172319"/>
                </a:lnTo>
                <a:cubicBezTo>
                  <a:pt x="125632" y="174299"/>
                  <a:pt x="133617" y="175692"/>
                  <a:pt x="141543" y="175692"/>
                </a:cubicBezTo>
                <a:cubicBezTo>
                  <a:pt x="147639" y="175692"/>
                  <a:pt x="153699" y="174868"/>
                  <a:pt x="159514" y="172852"/>
                </a:cubicBezTo>
                <a:cubicBezTo>
                  <a:pt x="171756" y="168649"/>
                  <a:pt x="182764" y="160310"/>
                  <a:pt x="190570" y="150003"/>
                </a:cubicBezTo>
                <a:cubicBezTo>
                  <a:pt x="210617" y="123450"/>
                  <a:pt x="208182" y="84556"/>
                  <a:pt x="193906" y="56036"/>
                </a:cubicBezTo>
                <a:cubicBezTo>
                  <a:pt x="176703" y="21717"/>
                  <a:pt x="140250" y="1"/>
                  <a:pt x="1025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9"/>
          <p:cNvSpPr txBox="1">
            <a:spLocks noGrp="1"/>
          </p:cNvSpPr>
          <p:nvPr>
            <p:ph type="title"/>
          </p:nvPr>
        </p:nvSpPr>
        <p:spPr>
          <a:xfrm>
            <a:off x="4471750" y="1287650"/>
            <a:ext cx="3857700" cy="572700"/>
          </a:xfrm>
          <a:prstGeom prst="rect">
            <a:avLst/>
          </a:prstGeom>
        </p:spPr>
        <p:txBody>
          <a:bodyPr spcFirstLastPara="1" wrap="square" lIns="91425" tIns="0" rIns="91425" bIns="0" anchor="t" anchorCtr="0">
            <a:noAutofit/>
          </a:bodyPr>
          <a:lstStyle>
            <a:lvl1pPr lvl="0" rtl="0">
              <a:spcBef>
                <a:spcPts val="0"/>
              </a:spcBef>
              <a:spcAft>
                <a:spcPts val="0"/>
              </a:spcAft>
              <a:buSzPts val="36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3" name="Google Shape;63;p9"/>
          <p:cNvSpPr txBox="1">
            <a:spLocks noGrp="1"/>
          </p:cNvSpPr>
          <p:nvPr>
            <p:ph type="subTitle" idx="1"/>
          </p:nvPr>
        </p:nvSpPr>
        <p:spPr>
          <a:xfrm>
            <a:off x="4471750" y="1981925"/>
            <a:ext cx="3857700" cy="18723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Clr>
                <a:schemeClr val="accent2"/>
              </a:buClr>
              <a:buSzPts val="1400"/>
              <a:buChar char="●"/>
              <a:defRPr sz="1400"/>
            </a:lvl1pPr>
            <a:lvl2pPr lvl="1" rtl="0">
              <a:lnSpc>
                <a:spcPct val="100000"/>
              </a:lnSpc>
              <a:spcBef>
                <a:spcPts val="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sp>
        <p:nvSpPr>
          <p:cNvPr id="64" name="Google Shape;64;p9"/>
          <p:cNvSpPr/>
          <p:nvPr/>
        </p:nvSpPr>
        <p:spPr>
          <a:xfrm>
            <a:off x="-18450" y="-14800"/>
            <a:ext cx="9180900" cy="421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 name="Google Shape;65;p9"/>
          <p:cNvGrpSpPr/>
          <p:nvPr/>
        </p:nvGrpSpPr>
        <p:grpSpPr>
          <a:xfrm flipH="1">
            <a:off x="152400" y="125600"/>
            <a:ext cx="575950" cy="140700"/>
            <a:chOff x="8416025" y="66500"/>
            <a:chExt cx="575950" cy="140700"/>
          </a:xfrm>
        </p:grpSpPr>
        <p:sp>
          <p:nvSpPr>
            <p:cNvPr id="66" name="Google Shape;66;p9"/>
            <p:cNvSpPr/>
            <p:nvPr/>
          </p:nvSpPr>
          <p:spPr>
            <a:xfrm>
              <a:off x="8851275" y="66500"/>
              <a:ext cx="140700" cy="140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9"/>
            <p:cNvSpPr/>
            <p:nvPr/>
          </p:nvSpPr>
          <p:spPr>
            <a:xfrm>
              <a:off x="8633650" y="66500"/>
              <a:ext cx="140700" cy="140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9"/>
            <p:cNvSpPr/>
            <p:nvPr/>
          </p:nvSpPr>
          <p:spPr>
            <a:xfrm>
              <a:off x="8416025" y="66500"/>
              <a:ext cx="140700" cy="140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 name="Google Shape;69;p9"/>
          <p:cNvSpPr/>
          <p:nvPr/>
        </p:nvSpPr>
        <p:spPr>
          <a:xfrm>
            <a:off x="917700" y="83000"/>
            <a:ext cx="3683400" cy="2259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dk2"/>
              </a:solidFill>
              <a:latin typeface="Raleway"/>
              <a:ea typeface="Raleway"/>
              <a:cs typeface="Raleway"/>
              <a:sym typeface="Raleway"/>
            </a:endParaRPr>
          </a:p>
        </p:txBody>
      </p:sp>
      <p:sp>
        <p:nvSpPr>
          <p:cNvPr id="70" name="Google Shape;70;p9"/>
          <p:cNvSpPr txBox="1">
            <a:spLocks noGrp="1"/>
          </p:cNvSpPr>
          <p:nvPr>
            <p:ph type="subTitle" idx="2"/>
          </p:nvPr>
        </p:nvSpPr>
        <p:spPr>
          <a:xfrm>
            <a:off x="1030500" y="83000"/>
            <a:ext cx="3457800" cy="225900"/>
          </a:xfrm>
          <a:prstGeom prst="rect">
            <a:avLst/>
          </a:prstGeom>
        </p:spPr>
        <p:txBody>
          <a:bodyPr spcFirstLastPara="1" wrap="square" lIns="91425" tIns="0" rIns="91425" bIns="0" anchor="ctr" anchorCtr="0">
            <a:noAutofit/>
          </a:bodyPr>
          <a:lstStyle>
            <a:lvl1pPr lvl="0" rtl="0">
              <a:lnSpc>
                <a:spcPct val="100000"/>
              </a:lnSpc>
              <a:spcBef>
                <a:spcPts val="0"/>
              </a:spcBef>
              <a:spcAft>
                <a:spcPts val="0"/>
              </a:spcAft>
              <a:buSzPts val="2800"/>
              <a:buNone/>
              <a:defRPr sz="1000" b="1">
                <a:solidFill>
                  <a:schemeClr val="dk2"/>
                </a:solidFill>
                <a:latin typeface="Raleway"/>
                <a:ea typeface="Raleway"/>
                <a:cs typeface="Raleway"/>
                <a:sym typeface="Raleway"/>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81"/>
        <p:cNvGrpSpPr/>
        <p:nvPr/>
      </p:nvGrpSpPr>
      <p:grpSpPr>
        <a:xfrm>
          <a:off x="0" y="0"/>
          <a:ext cx="0" cy="0"/>
          <a:chOff x="0" y="0"/>
          <a:chExt cx="0" cy="0"/>
        </a:xfrm>
      </p:grpSpPr>
      <p:sp>
        <p:nvSpPr>
          <p:cNvPr id="82" name="Google Shape;82;p11"/>
          <p:cNvSpPr/>
          <p:nvPr/>
        </p:nvSpPr>
        <p:spPr>
          <a:xfrm>
            <a:off x="2982500" y="-1552511"/>
            <a:ext cx="7606897" cy="7863664"/>
          </a:xfrm>
          <a:custGeom>
            <a:avLst/>
            <a:gdLst/>
            <a:ahLst/>
            <a:cxnLst/>
            <a:rect l="l" t="t" r="r" b="b"/>
            <a:pathLst>
              <a:path w="133730" h="138244" extrusionOk="0">
                <a:moveTo>
                  <a:pt x="72052" y="1"/>
                </a:moveTo>
                <a:cubicBezTo>
                  <a:pt x="67974" y="1"/>
                  <a:pt x="63914" y="800"/>
                  <a:pt x="60244" y="2590"/>
                </a:cubicBezTo>
                <a:cubicBezTo>
                  <a:pt x="46634" y="9262"/>
                  <a:pt x="43865" y="25307"/>
                  <a:pt x="34659" y="36048"/>
                </a:cubicBezTo>
                <a:cubicBezTo>
                  <a:pt x="31023" y="40251"/>
                  <a:pt x="26453" y="43486"/>
                  <a:pt x="21950" y="46722"/>
                </a:cubicBezTo>
                <a:cubicBezTo>
                  <a:pt x="21850" y="46789"/>
                  <a:pt x="21716" y="46822"/>
                  <a:pt x="21650" y="46922"/>
                </a:cubicBezTo>
                <a:cubicBezTo>
                  <a:pt x="14011" y="52393"/>
                  <a:pt x="6839" y="59331"/>
                  <a:pt x="3470" y="68304"/>
                </a:cubicBezTo>
                <a:cubicBezTo>
                  <a:pt x="368" y="76477"/>
                  <a:pt x="1" y="85817"/>
                  <a:pt x="2002" y="94323"/>
                </a:cubicBezTo>
                <a:cubicBezTo>
                  <a:pt x="7173" y="116205"/>
                  <a:pt x="28521" y="131716"/>
                  <a:pt x="49536" y="136553"/>
                </a:cubicBezTo>
                <a:cubicBezTo>
                  <a:pt x="54476" y="137694"/>
                  <a:pt x="59482" y="138244"/>
                  <a:pt x="64462" y="138244"/>
                </a:cubicBezTo>
                <a:cubicBezTo>
                  <a:pt x="89046" y="138244"/>
                  <a:pt x="112991" y="124842"/>
                  <a:pt x="125057" y="102929"/>
                </a:cubicBezTo>
                <a:cubicBezTo>
                  <a:pt x="129093" y="95624"/>
                  <a:pt x="131762" y="87585"/>
                  <a:pt x="132929" y="79312"/>
                </a:cubicBezTo>
                <a:cubicBezTo>
                  <a:pt x="133563" y="74809"/>
                  <a:pt x="133730" y="70272"/>
                  <a:pt x="133429" y="65769"/>
                </a:cubicBezTo>
                <a:cubicBezTo>
                  <a:pt x="133363" y="64435"/>
                  <a:pt x="133229" y="63067"/>
                  <a:pt x="133063" y="61733"/>
                </a:cubicBezTo>
                <a:cubicBezTo>
                  <a:pt x="132362" y="56062"/>
                  <a:pt x="130928" y="50491"/>
                  <a:pt x="128860" y="45221"/>
                </a:cubicBezTo>
                <a:cubicBezTo>
                  <a:pt x="123089" y="30711"/>
                  <a:pt x="111847" y="17868"/>
                  <a:pt x="98471" y="9262"/>
                </a:cubicBezTo>
                <a:cubicBezTo>
                  <a:pt x="92233" y="5292"/>
                  <a:pt x="85362" y="1857"/>
                  <a:pt x="78023" y="556"/>
                </a:cubicBezTo>
                <a:cubicBezTo>
                  <a:pt x="76058" y="193"/>
                  <a:pt x="74053" y="1"/>
                  <a:pt x="720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1"/>
          <p:cNvSpPr txBox="1">
            <a:spLocks noGrp="1"/>
          </p:cNvSpPr>
          <p:nvPr>
            <p:ph type="title" hasCustomPrompt="1"/>
          </p:nvPr>
        </p:nvSpPr>
        <p:spPr>
          <a:xfrm>
            <a:off x="4234125" y="1640438"/>
            <a:ext cx="4001400" cy="1225200"/>
          </a:xfrm>
          <a:prstGeom prst="rect">
            <a:avLst/>
          </a:prstGeom>
        </p:spPr>
        <p:txBody>
          <a:bodyPr spcFirstLastPara="1" wrap="square" lIns="91425" tIns="0" rIns="91425" bIns="0" anchor="t" anchorCtr="0">
            <a:noAutofit/>
          </a:bodyPr>
          <a:lstStyle>
            <a:lvl1pPr lvl="0" algn="ctr">
              <a:spcBef>
                <a:spcPts val="0"/>
              </a:spcBef>
              <a:spcAft>
                <a:spcPts val="0"/>
              </a:spcAft>
              <a:buSzPts val="12000"/>
              <a:buNone/>
              <a:defRPr sz="8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4" name="Google Shape;84;p11"/>
          <p:cNvSpPr/>
          <p:nvPr/>
        </p:nvSpPr>
        <p:spPr>
          <a:xfrm>
            <a:off x="-18450" y="-14800"/>
            <a:ext cx="9180900" cy="421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11"/>
          <p:cNvGrpSpPr/>
          <p:nvPr/>
        </p:nvGrpSpPr>
        <p:grpSpPr>
          <a:xfrm flipH="1">
            <a:off x="152400" y="125600"/>
            <a:ext cx="575950" cy="140700"/>
            <a:chOff x="8416025" y="66500"/>
            <a:chExt cx="575950" cy="140700"/>
          </a:xfrm>
        </p:grpSpPr>
        <p:sp>
          <p:nvSpPr>
            <p:cNvPr id="86" name="Google Shape;86;p11"/>
            <p:cNvSpPr/>
            <p:nvPr/>
          </p:nvSpPr>
          <p:spPr>
            <a:xfrm>
              <a:off x="8851275" y="66500"/>
              <a:ext cx="140700" cy="140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1"/>
            <p:cNvSpPr/>
            <p:nvPr/>
          </p:nvSpPr>
          <p:spPr>
            <a:xfrm>
              <a:off x="8633650" y="66500"/>
              <a:ext cx="140700" cy="140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1"/>
            <p:cNvSpPr/>
            <p:nvPr/>
          </p:nvSpPr>
          <p:spPr>
            <a:xfrm>
              <a:off x="8416025" y="66500"/>
              <a:ext cx="140700" cy="140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11"/>
          <p:cNvSpPr txBox="1">
            <a:spLocks noGrp="1"/>
          </p:cNvSpPr>
          <p:nvPr>
            <p:ph type="subTitle" idx="1"/>
          </p:nvPr>
        </p:nvSpPr>
        <p:spPr>
          <a:xfrm>
            <a:off x="4234125" y="2960663"/>
            <a:ext cx="4001400" cy="542400"/>
          </a:xfrm>
          <a:prstGeom prst="rect">
            <a:avLst/>
          </a:prstGeom>
        </p:spPr>
        <p:txBody>
          <a:bodyPr spcFirstLastPara="1" wrap="square" lIns="91425" tIns="0" rIns="91425" bIns="0" anchor="t" anchorCtr="0">
            <a:noAutofit/>
          </a:bodyPr>
          <a:lstStyle>
            <a:lvl1pPr lvl="0" algn="ctr" rtl="0">
              <a:lnSpc>
                <a:spcPct val="100000"/>
              </a:lnSpc>
              <a:spcBef>
                <a:spcPts val="0"/>
              </a:spcBef>
              <a:spcAft>
                <a:spcPts val="0"/>
              </a:spcAft>
              <a:buSzPts val="2800"/>
              <a:buNone/>
              <a:defRPr sz="16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0" name="Google Shape;90;p11"/>
          <p:cNvSpPr/>
          <p:nvPr/>
        </p:nvSpPr>
        <p:spPr>
          <a:xfrm>
            <a:off x="338259" y="1929788"/>
            <a:ext cx="2517902" cy="2528584"/>
          </a:xfrm>
          <a:custGeom>
            <a:avLst/>
            <a:gdLst/>
            <a:ahLst/>
            <a:cxnLst/>
            <a:rect l="l" t="t" r="r" b="b"/>
            <a:pathLst>
              <a:path w="74754" h="75060" extrusionOk="0">
                <a:moveTo>
                  <a:pt x="37493" y="0"/>
                </a:moveTo>
                <a:cubicBezTo>
                  <a:pt x="26987" y="0"/>
                  <a:pt x="16666" y="6355"/>
                  <a:pt x="10408" y="14430"/>
                </a:cubicBezTo>
                <a:cubicBezTo>
                  <a:pt x="267" y="27472"/>
                  <a:pt x="0" y="46486"/>
                  <a:pt x="9741" y="59796"/>
                </a:cubicBezTo>
                <a:cubicBezTo>
                  <a:pt x="12443" y="63498"/>
                  <a:pt x="15812" y="66734"/>
                  <a:pt x="19648" y="69169"/>
                </a:cubicBezTo>
                <a:cubicBezTo>
                  <a:pt x="21749" y="70503"/>
                  <a:pt x="23984" y="71637"/>
                  <a:pt x="26286" y="72571"/>
                </a:cubicBezTo>
                <a:cubicBezTo>
                  <a:pt x="26953" y="72838"/>
                  <a:pt x="27653" y="73105"/>
                  <a:pt x="28387" y="73305"/>
                </a:cubicBezTo>
                <a:cubicBezTo>
                  <a:pt x="31323" y="74273"/>
                  <a:pt x="34425" y="74840"/>
                  <a:pt x="37560" y="75006"/>
                </a:cubicBezTo>
                <a:cubicBezTo>
                  <a:pt x="38212" y="75042"/>
                  <a:pt x="38865" y="75060"/>
                  <a:pt x="39521" y="75060"/>
                </a:cubicBezTo>
                <a:cubicBezTo>
                  <a:pt x="47463" y="75060"/>
                  <a:pt x="55666" y="72480"/>
                  <a:pt x="62445" y="68135"/>
                </a:cubicBezTo>
                <a:cubicBezTo>
                  <a:pt x="65881" y="65967"/>
                  <a:pt x="69216" y="63331"/>
                  <a:pt x="71585" y="59996"/>
                </a:cubicBezTo>
                <a:cubicBezTo>
                  <a:pt x="73486" y="57294"/>
                  <a:pt x="74754" y="54025"/>
                  <a:pt x="74654" y="50689"/>
                </a:cubicBezTo>
                <a:cubicBezTo>
                  <a:pt x="74487" y="42350"/>
                  <a:pt x="67148" y="37279"/>
                  <a:pt x="63946" y="30241"/>
                </a:cubicBezTo>
                <a:cubicBezTo>
                  <a:pt x="62678" y="27439"/>
                  <a:pt x="62111" y="24437"/>
                  <a:pt x="61578" y="21435"/>
                </a:cubicBezTo>
                <a:cubicBezTo>
                  <a:pt x="61578" y="21335"/>
                  <a:pt x="61511" y="21301"/>
                  <a:pt x="61511" y="21235"/>
                </a:cubicBezTo>
                <a:cubicBezTo>
                  <a:pt x="60577" y="16164"/>
                  <a:pt x="58742" y="10994"/>
                  <a:pt x="55073" y="7258"/>
                </a:cubicBezTo>
                <a:cubicBezTo>
                  <a:pt x="51671" y="3789"/>
                  <a:pt x="47134" y="1454"/>
                  <a:pt x="42431" y="486"/>
                </a:cubicBezTo>
                <a:cubicBezTo>
                  <a:pt x="40790" y="157"/>
                  <a:pt x="39140" y="0"/>
                  <a:pt x="374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1"/>
          <p:cNvSpPr/>
          <p:nvPr/>
        </p:nvSpPr>
        <p:spPr>
          <a:xfrm>
            <a:off x="917700" y="83000"/>
            <a:ext cx="3683400" cy="2259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dk2"/>
              </a:solidFill>
              <a:latin typeface="Raleway"/>
              <a:ea typeface="Raleway"/>
              <a:cs typeface="Raleway"/>
              <a:sym typeface="Raleway"/>
            </a:endParaRPr>
          </a:p>
        </p:txBody>
      </p:sp>
      <p:sp>
        <p:nvSpPr>
          <p:cNvPr id="92" name="Google Shape;92;p11"/>
          <p:cNvSpPr txBox="1">
            <a:spLocks noGrp="1"/>
          </p:cNvSpPr>
          <p:nvPr>
            <p:ph type="subTitle" idx="2"/>
          </p:nvPr>
        </p:nvSpPr>
        <p:spPr>
          <a:xfrm>
            <a:off x="1030500" y="83000"/>
            <a:ext cx="3457800" cy="225900"/>
          </a:xfrm>
          <a:prstGeom prst="rect">
            <a:avLst/>
          </a:prstGeom>
        </p:spPr>
        <p:txBody>
          <a:bodyPr spcFirstLastPara="1" wrap="square" lIns="91425" tIns="0" rIns="91425" bIns="0" anchor="ctr" anchorCtr="0">
            <a:noAutofit/>
          </a:bodyPr>
          <a:lstStyle>
            <a:lvl1pPr lvl="0" rtl="0">
              <a:lnSpc>
                <a:spcPct val="100000"/>
              </a:lnSpc>
              <a:spcBef>
                <a:spcPts val="0"/>
              </a:spcBef>
              <a:spcAft>
                <a:spcPts val="0"/>
              </a:spcAft>
              <a:buSzPts val="2800"/>
              <a:buNone/>
              <a:defRPr sz="1000" b="1">
                <a:solidFill>
                  <a:schemeClr val="dk2"/>
                </a:solidFill>
                <a:latin typeface="Raleway"/>
                <a:ea typeface="Raleway"/>
                <a:cs typeface="Raleway"/>
                <a:sym typeface="Raleway"/>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128"/>
        <p:cNvGrpSpPr/>
        <p:nvPr/>
      </p:nvGrpSpPr>
      <p:grpSpPr>
        <a:xfrm>
          <a:off x="0" y="0"/>
          <a:ext cx="0" cy="0"/>
          <a:chOff x="0" y="0"/>
          <a:chExt cx="0" cy="0"/>
        </a:xfrm>
      </p:grpSpPr>
      <p:sp>
        <p:nvSpPr>
          <p:cNvPr id="129" name="Google Shape;129;p16"/>
          <p:cNvSpPr/>
          <p:nvPr/>
        </p:nvSpPr>
        <p:spPr>
          <a:xfrm rot="-552817" flipH="1">
            <a:off x="-655913" y="2863027"/>
            <a:ext cx="4140543" cy="4279965"/>
          </a:xfrm>
          <a:custGeom>
            <a:avLst/>
            <a:gdLst/>
            <a:ahLst/>
            <a:cxnLst/>
            <a:rect l="l" t="t" r="r" b="b"/>
            <a:pathLst>
              <a:path w="133730" h="138244" extrusionOk="0">
                <a:moveTo>
                  <a:pt x="72052" y="1"/>
                </a:moveTo>
                <a:cubicBezTo>
                  <a:pt x="67974" y="1"/>
                  <a:pt x="63914" y="800"/>
                  <a:pt x="60244" y="2590"/>
                </a:cubicBezTo>
                <a:cubicBezTo>
                  <a:pt x="46634" y="9262"/>
                  <a:pt x="43865" y="25307"/>
                  <a:pt x="34659" y="36048"/>
                </a:cubicBezTo>
                <a:cubicBezTo>
                  <a:pt x="31023" y="40251"/>
                  <a:pt x="26453" y="43486"/>
                  <a:pt x="21950" y="46722"/>
                </a:cubicBezTo>
                <a:cubicBezTo>
                  <a:pt x="21850" y="46789"/>
                  <a:pt x="21716" y="46822"/>
                  <a:pt x="21650" y="46922"/>
                </a:cubicBezTo>
                <a:cubicBezTo>
                  <a:pt x="14011" y="52393"/>
                  <a:pt x="6839" y="59331"/>
                  <a:pt x="3470" y="68304"/>
                </a:cubicBezTo>
                <a:cubicBezTo>
                  <a:pt x="368" y="76477"/>
                  <a:pt x="1" y="85817"/>
                  <a:pt x="2002" y="94323"/>
                </a:cubicBezTo>
                <a:cubicBezTo>
                  <a:pt x="7173" y="116205"/>
                  <a:pt x="28521" y="131716"/>
                  <a:pt x="49536" y="136553"/>
                </a:cubicBezTo>
                <a:cubicBezTo>
                  <a:pt x="54476" y="137694"/>
                  <a:pt x="59482" y="138244"/>
                  <a:pt x="64462" y="138244"/>
                </a:cubicBezTo>
                <a:cubicBezTo>
                  <a:pt x="89046" y="138244"/>
                  <a:pt x="112991" y="124842"/>
                  <a:pt x="125057" y="102929"/>
                </a:cubicBezTo>
                <a:cubicBezTo>
                  <a:pt x="129093" y="95624"/>
                  <a:pt x="131762" y="87585"/>
                  <a:pt x="132929" y="79312"/>
                </a:cubicBezTo>
                <a:cubicBezTo>
                  <a:pt x="133563" y="74809"/>
                  <a:pt x="133730" y="70272"/>
                  <a:pt x="133429" y="65769"/>
                </a:cubicBezTo>
                <a:cubicBezTo>
                  <a:pt x="133363" y="64435"/>
                  <a:pt x="133229" y="63067"/>
                  <a:pt x="133063" y="61733"/>
                </a:cubicBezTo>
                <a:cubicBezTo>
                  <a:pt x="132362" y="56062"/>
                  <a:pt x="130928" y="50491"/>
                  <a:pt x="128860" y="45221"/>
                </a:cubicBezTo>
                <a:cubicBezTo>
                  <a:pt x="123089" y="30644"/>
                  <a:pt x="111847" y="17868"/>
                  <a:pt x="98471" y="9262"/>
                </a:cubicBezTo>
                <a:cubicBezTo>
                  <a:pt x="92233" y="5292"/>
                  <a:pt x="85362" y="1857"/>
                  <a:pt x="78023" y="556"/>
                </a:cubicBezTo>
                <a:cubicBezTo>
                  <a:pt x="76058" y="193"/>
                  <a:pt x="74053" y="1"/>
                  <a:pt x="720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6"/>
          <p:cNvSpPr/>
          <p:nvPr/>
        </p:nvSpPr>
        <p:spPr>
          <a:xfrm>
            <a:off x="6090175" y="-1361775"/>
            <a:ext cx="3319332" cy="2908270"/>
          </a:xfrm>
          <a:custGeom>
            <a:avLst/>
            <a:gdLst/>
            <a:ahLst/>
            <a:cxnLst/>
            <a:rect l="l" t="t" r="r" b="b"/>
            <a:pathLst>
              <a:path w="106877" h="93649" extrusionOk="0">
                <a:moveTo>
                  <a:pt x="52589" y="0"/>
                </a:moveTo>
                <a:cubicBezTo>
                  <a:pt x="46643" y="0"/>
                  <a:pt x="40692" y="1034"/>
                  <a:pt x="35125" y="3047"/>
                </a:cubicBezTo>
                <a:cubicBezTo>
                  <a:pt x="31890" y="4215"/>
                  <a:pt x="28821" y="5682"/>
                  <a:pt x="25885" y="7450"/>
                </a:cubicBezTo>
                <a:cubicBezTo>
                  <a:pt x="25018" y="8017"/>
                  <a:pt x="24151" y="8551"/>
                  <a:pt x="23317" y="9118"/>
                </a:cubicBezTo>
                <a:cubicBezTo>
                  <a:pt x="19781" y="11586"/>
                  <a:pt x="16545" y="14522"/>
                  <a:pt x="13777" y="17758"/>
                </a:cubicBezTo>
                <a:cubicBezTo>
                  <a:pt x="6105" y="26731"/>
                  <a:pt x="1501" y="38739"/>
                  <a:pt x="467" y="50714"/>
                </a:cubicBezTo>
                <a:cubicBezTo>
                  <a:pt x="0" y="56285"/>
                  <a:pt x="100" y="62089"/>
                  <a:pt x="1701" y="67426"/>
                </a:cubicBezTo>
                <a:cubicBezTo>
                  <a:pt x="3136" y="71796"/>
                  <a:pt x="5638" y="75899"/>
                  <a:pt x="9340" y="78601"/>
                </a:cubicBezTo>
                <a:cubicBezTo>
                  <a:pt x="18580" y="85373"/>
                  <a:pt x="30322" y="81570"/>
                  <a:pt x="40696" y="83938"/>
                </a:cubicBezTo>
                <a:cubicBezTo>
                  <a:pt x="44832" y="84906"/>
                  <a:pt x="48568" y="86807"/>
                  <a:pt x="52338" y="88708"/>
                </a:cubicBezTo>
                <a:lnTo>
                  <a:pt x="52571" y="88808"/>
                </a:lnTo>
                <a:cubicBezTo>
                  <a:pt x="57968" y="91507"/>
                  <a:pt x="63969" y="93649"/>
                  <a:pt x="70060" y="93649"/>
                </a:cubicBezTo>
                <a:cubicBezTo>
                  <a:pt x="71123" y="93649"/>
                  <a:pt x="72188" y="93584"/>
                  <a:pt x="73252" y="93445"/>
                </a:cubicBezTo>
                <a:cubicBezTo>
                  <a:pt x="79857" y="92611"/>
                  <a:pt x="86228" y="89609"/>
                  <a:pt x="91199" y="85273"/>
                </a:cubicBezTo>
                <a:cubicBezTo>
                  <a:pt x="104008" y="74098"/>
                  <a:pt x="106877" y="54384"/>
                  <a:pt x="102707" y="38606"/>
                </a:cubicBezTo>
                <a:cubicBezTo>
                  <a:pt x="96903" y="16623"/>
                  <a:pt x="76388" y="412"/>
                  <a:pt x="53672" y="12"/>
                </a:cubicBezTo>
                <a:cubicBezTo>
                  <a:pt x="53311" y="4"/>
                  <a:pt x="52950" y="0"/>
                  <a:pt x="525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6"/>
          <p:cNvSpPr txBox="1">
            <a:spLocks noGrp="1"/>
          </p:cNvSpPr>
          <p:nvPr>
            <p:ph type="title"/>
          </p:nvPr>
        </p:nvSpPr>
        <p:spPr>
          <a:xfrm>
            <a:off x="714175" y="460100"/>
            <a:ext cx="7715700" cy="572700"/>
          </a:xfrm>
          <a:prstGeom prst="rect">
            <a:avLst/>
          </a:prstGeom>
        </p:spPr>
        <p:txBody>
          <a:bodyPr spcFirstLastPara="1" wrap="square" lIns="91425" tIns="0" rIns="91425" bIns="0"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2" name="Google Shape;132;p16"/>
          <p:cNvSpPr txBox="1">
            <a:spLocks noGrp="1"/>
          </p:cNvSpPr>
          <p:nvPr>
            <p:ph type="subTitle" idx="1"/>
          </p:nvPr>
        </p:nvSpPr>
        <p:spPr>
          <a:xfrm>
            <a:off x="1272314" y="3178225"/>
            <a:ext cx="1950900" cy="919800"/>
          </a:xfrm>
          <a:prstGeom prst="rect">
            <a:avLst/>
          </a:prstGeom>
        </p:spPr>
        <p:txBody>
          <a:bodyPr spcFirstLastPara="1" wrap="square" lIns="91425" tIns="0" rIns="91425" bIns="0"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3" name="Google Shape;133;p16"/>
          <p:cNvSpPr txBox="1">
            <a:spLocks noGrp="1"/>
          </p:cNvSpPr>
          <p:nvPr>
            <p:ph type="subTitle" idx="2"/>
          </p:nvPr>
        </p:nvSpPr>
        <p:spPr>
          <a:xfrm>
            <a:off x="1272315" y="2819050"/>
            <a:ext cx="1950900" cy="324000"/>
          </a:xfrm>
          <a:prstGeom prst="rect">
            <a:avLst/>
          </a:prstGeom>
        </p:spPr>
        <p:txBody>
          <a:bodyPr spcFirstLastPara="1" wrap="square" lIns="91425" tIns="0" rIns="91425" bIns="0" anchor="t" anchorCtr="0">
            <a:noAutofit/>
          </a:bodyPr>
          <a:lstStyle>
            <a:lvl1pPr marL="0" marR="0" lvl="0" indent="0" algn="ctr" rtl="0">
              <a:lnSpc>
                <a:spcPct val="100000"/>
              </a:lnSpc>
              <a:spcBef>
                <a:spcPts val="0"/>
              </a:spcBef>
              <a:spcAft>
                <a:spcPts val="0"/>
              </a:spcAft>
              <a:buClr>
                <a:schemeClr val="accent2"/>
              </a:buClr>
              <a:buSzPts val="2200"/>
              <a:buFont typeface="Montserrat"/>
              <a:buNone/>
              <a:defRPr sz="2000" b="1">
                <a:solidFill>
                  <a:schemeClr val="accent2"/>
                </a:solidFill>
                <a:latin typeface="Viga"/>
                <a:ea typeface="Viga"/>
                <a:cs typeface="Viga"/>
                <a:sym typeface="Viga"/>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4" name="Google Shape;134;p16"/>
          <p:cNvSpPr txBox="1">
            <a:spLocks noGrp="1"/>
          </p:cNvSpPr>
          <p:nvPr>
            <p:ph type="subTitle" idx="3"/>
          </p:nvPr>
        </p:nvSpPr>
        <p:spPr>
          <a:xfrm>
            <a:off x="3596560" y="3178225"/>
            <a:ext cx="1950900" cy="919800"/>
          </a:xfrm>
          <a:prstGeom prst="rect">
            <a:avLst/>
          </a:prstGeom>
        </p:spPr>
        <p:txBody>
          <a:bodyPr spcFirstLastPara="1" wrap="square" lIns="91425" tIns="0" rIns="91425" bIns="0"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5" name="Google Shape;135;p16"/>
          <p:cNvSpPr txBox="1">
            <a:spLocks noGrp="1"/>
          </p:cNvSpPr>
          <p:nvPr>
            <p:ph type="subTitle" idx="4"/>
          </p:nvPr>
        </p:nvSpPr>
        <p:spPr>
          <a:xfrm>
            <a:off x="3596555" y="2819050"/>
            <a:ext cx="1950900" cy="324000"/>
          </a:xfrm>
          <a:prstGeom prst="rect">
            <a:avLst/>
          </a:prstGeom>
        </p:spPr>
        <p:txBody>
          <a:bodyPr spcFirstLastPara="1" wrap="square" lIns="91425" tIns="0" rIns="91425" bIns="0" anchor="t" anchorCtr="0">
            <a:noAutofit/>
          </a:bodyPr>
          <a:lstStyle>
            <a:lvl1pPr marL="0" marR="0" lvl="0" indent="0" algn="ctr" rtl="0">
              <a:lnSpc>
                <a:spcPct val="100000"/>
              </a:lnSpc>
              <a:spcBef>
                <a:spcPts val="0"/>
              </a:spcBef>
              <a:spcAft>
                <a:spcPts val="0"/>
              </a:spcAft>
              <a:buClr>
                <a:schemeClr val="accent2"/>
              </a:buClr>
              <a:buSzPts val="2200"/>
              <a:buFont typeface="Montserrat"/>
              <a:buNone/>
              <a:defRPr sz="2000" b="1">
                <a:solidFill>
                  <a:schemeClr val="accent2"/>
                </a:solidFill>
                <a:latin typeface="Viga"/>
                <a:ea typeface="Viga"/>
                <a:cs typeface="Viga"/>
                <a:sym typeface="Viga"/>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6" name="Google Shape;136;p16"/>
          <p:cNvSpPr txBox="1">
            <a:spLocks noGrp="1"/>
          </p:cNvSpPr>
          <p:nvPr>
            <p:ph type="subTitle" idx="5"/>
          </p:nvPr>
        </p:nvSpPr>
        <p:spPr>
          <a:xfrm>
            <a:off x="5920786" y="3178225"/>
            <a:ext cx="1950900" cy="919800"/>
          </a:xfrm>
          <a:prstGeom prst="rect">
            <a:avLst/>
          </a:prstGeom>
        </p:spPr>
        <p:txBody>
          <a:bodyPr spcFirstLastPara="1" wrap="square" lIns="91425" tIns="0" rIns="91425" bIns="0"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7" name="Google Shape;137;p16"/>
          <p:cNvSpPr txBox="1">
            <a:spLocks noGrp="1"/>
          </p:cNvSpPr>
          <p:nvPr>
            <p:ph type="subTitle" idx="6"/>
          </p:nvPr>
        </p:nvSpPr>
        <p:spPr>
          <a:xfrm>
            <a:off x="5920781" y="2819050"/>
            <a:ext cx="1950900" cy="324000"/>
          </a:xfrm>
          <a:prstGeom prst="rect">
            <a:avLst/>
          </a:prstGeom>
        </p:spPr>
        <p:txBody>
          <a:bodyPr spcFirstLastPara="1" wrap="square" lIns="91425" tIns="0" rIns="91425" bIns="0" anchor="t" anchorCtr="0">
            <a:noAutofit/>
          </a:bodyPr>
          <a:lstStyle>
            <a:lvl1pPr marL="0" marR="0" lvl="0" indent="0" algn="ctr" rtl="0">
              <a:lnSpc>
                <a:spcPct val="100000"/>
              </a:lnSpc>
              <a:spcBef>
                <a:spcPts val="0"/>
              </a:spcBef>
              <a:spcAft>
                <a:spcPts val="0"/>
              </a:spcAft>
              <a:buClr>
                <a:schemeClr val="accent2"/>
              </a:buClr>
              <a:buSzPts val="2200"/>
              <a:buFont typeface="Montserrat"/>
              <a:buNone/>
              <a:defRPr sz="2000" b="1">
                <a:solidFill>
                  <a:schemeClr val="accent2"/>
                </a:solidFill>
                <a:latin typeface="Viga"/>
                <a:ea typeface="Viga"/>
                <a:cs typeface="Viga"/>
                <a:sym typeface="Viga"/>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2">
  <p:cSld name="CUSTOM_6">
    <p:spTree>
      <p:nvGrpSpPr>
        <p:cNvPr id="1" name="Shape 178"/>
        <p:cNvGrpSpPr/>
        <p:nvPr/>
      </p:nvGrpSpPr>
      <p:grpSpPr>
        <a:xfrm>
          <a:off x="0" y="0"/>
          <a:ext cx="0" cy="0"/>
          <a:chOff x="0" y="0"/>
          <a:chExt cx="0" cy="0"/>
        </a:xfrm>
      </p:grpSpPr>
      <p:sp>
        <p:nvSpPr>
          <p:cNvPr id="179" name="Google Shape;179;p21"/>
          <p:cNvSpPr/>
          <p:nvPr/>
        </p:nvSpPr>
        <p:spPr>
          <a:xfrm>
            <a:off x="4519150" y="1003606"/>
            <a:ext cx="6262576" cy="6473967"/>
          </a:xfrm>
          <a:custGeom>
            <a:avLst/>
            <a:gdLst/>
            <a:ahLst/>
            <a:cxnLst/>
            <a:rect l="l" t="t" r="r" b="b"/>
            <a:pathLst>
              <a:path w="133730" h="138244" extrusionOk="0">
                <a:moveTo>
                  <a:pt x="72052" y="1"/>
                </a:moveTo>
                <a:cubicBezTo>
                  <a:pt x="67974" y="1"/>
                  <a:pt x="63914" y="800"/>
                  <a:pt x="60244" y="2590"/>
                </a:cubicBezTo>
                <a:cubicBezTo>
                  <a:pt x="46634" y="9262"/>
                  <a:pt x="43865" y="25307"/>
                  <a:pt x="34659" y="36048"/>
                </a:cubicBezTo>
                <a:cubicBezTo>
                  <a:pt x="31023" y="40251"/>
                  <a:pt x="26453" y="43486"/>
                  <a:pt x="21950" y="46722"/>
                </a:cubicBezTo>
                <a:cubicBezTo>
                  <a:pt x="21850" y="46789"/>
                  <a:pt x="21716" y="46822"/>
                  <a:pt x="21650" y="46922"/>
                </a:cubicBezTo>
                <a:cubicBezTo>
                  <a:pt x="14011" y="52393"/>
                  <a:pt x="6839" y="59331"/>
                  <a:pt x="3470" y="68304"/>
                </a:cubicBezTo>
                <a:cubicBezTo>
                  <a:pt x="368" y="76477"/>
                  <a:pt x="1" y="85817"/>
                  <a:pt x="2002" y="94323"/>
                </a:cubicBezTo>
                <a:cubicBezTo>
                  <a:pt x="7173" y="116205"/>
                  <a:pt x="28521" y="131716"/>
                  <a:pt x="49536" y="136553"/>
                </a:cubicBezTo>
                <a:cubicBezTo>
                  <a:pt x="54476" y="137694"/>
                  <a:pt x="59482" y="138244"/>
                  <a:pt x="64462" y="138244"/>
                </a:cubicBezTo>
                <a:cubicBezTo>
                  <a:pt x="89046" y="138244"/>
                  <a:pt x="112991" y="124842"/>
                  <a:pt x="125057" y="102929"/>
                </a:cubicBezTo>
                <a:cubicBezTo>
                  <a:pt x="129093" y="95624"/>
                  <a:pt x="131762" y="87585"/>
                  <a:pt x="132929" y="79312"/>
                </a:cubicBezTo>
                <a:cubicBezTo>
                  <a:pt x="133563" y="74809"/>
                  <a:pt x="133730" y="70272"/>
                  <a:pt x="133429" y="65769"/>
                </a:cubicBezTo>
                <a:cubicBezTo>
                  <a:pt x="133363" y="64435"/>
                  <a:pt x="133229" y="63067"/>
                  <a:pt x="133063" y="61733"/>
                </a:cubicBezTo>
                <a:cubicBezTo>
                  <a:pt x="132362" y="56062"/>
                  <a:pt x="130928" y="50491"/>
                  <a:pt x="128860" y="45221"/>
                </a:cubicBezTo>
                <a:cubicBezTo>
                  <a:pt x="123089" y="30711"/>
                  <a:pt x="111847" y="17868"/>
                  <a:pt x="98471" y="9262"/>
                </a:cubicBezTo>
                <a:cubicBezTo>
                  <a:pt x="92233" y="5292"/>
                  <a:pt x="85362" y="1857"/>
                  <a:pt x="78023" y="556"/>
                </a:cubicBezTo>
                <a:cubicBezTo>
                  <a:pt x="76058" y="193"/>
                  <a:pt x="74053" y="1"/>
                  <a:pt x="720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1"/>
          <p:cNvSpPr txBox="1">
            <a:spLocks noGrp="1"/>
          </p:cNvSpPr>
          <p:nvPr>
            <p:ph type="title"/>
          </p:nvPr>
        </p:nvSpPr>
        <p:spPr>
          <a:xfrm>
            <a:off x="714175" y="460100"/>
            <a:ext cx="7715700" cy="572700"/>
          </a:xfrm>
          <a:prstGeom prst="rect">
            <a:avLst/>
          </a:prstGeom>
        </p:spPr>
        <p:txBody>
          <a:bodyPr spcFirstLastPara="1" wrap="square" lIns="91425" tIns="0" rIns="91425" bIns="0"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12">
    <p:bg>
      <p:bgPr>
        <a:solidFill>
          <a:schemeClr val="accent3"/>
        </a:solidFill>
        <a:effectLst/>
      </p:bgPr>
    </p:bg>
    <p:spTree>
      <p:nvGrpSpPr>
        <p:cNvPr id="1" name="Shape 205"/>
        <p:cNvGrpSpPr/>
        <p:nvPr/>
      </p:nvGrpSpPr>
      <p:grpSpPr>
        <a:xfrm>
          <a:off x="0" y="0"/>
          <a:ext cx="0" cy="0"/>
          <a:chOff x="0" y="0"/>
          <a:chExt cx="0" cy="0"/>
        </a:xfrm>
      </p:grpSpPr>
      <p:sp>
        <p:nvSpPr>
          <p:cNvPr id="206" name="Google Shape;206;p26"/>
          <p:cNvSpPr/>
          <p:nvPr/>
        </p:nvSpPr>
        <p:spPr>
          <a:xfrm flipH="1">
            <a:off x="4129626" y="854500"/>
            <a:ext cx="7131821" cy="7372553"/>
          </a:xfrm>
          <a:custGeom>
            <a:avLst/>
            <a:gdLst/>
            <a:ahLst/>
            <a:cxnLst/>
            <a:rect l="l" t="t" r="r" b="b"/>
            <a:pathLst>
              <a:path w="133730" h="138244" extrusionOk="0">
                <a:moveTo>
                  <a:pt x="72052" y="1"/>
                </a:moveTo>
                <a:cubicBezTo>
                  <a:pt x="67974" y="1"/>
                  <a:pt x="63914" y="800"/>
                  <a:pt x="60244" y="2590"/>
                </a:cubicBezTo>
                <a:cubicBezTo>
                  <a:pt x="46634" y="9262"/>
                  <a:pt x="43865" y="25307"/>
                  <a:pt x="34659" y="36048"/>
                </a:cubicBezTo>
                <a:cubicBezTo>
                  <a:pt x="31023" y="40251"/>
                  <a:pt x="26453" y="43486"/>
                  <a:pt x="21950" y="46722"/>
                </a:cubicBezTo>
                <a:cubicBezTo>
                  <a:pt x="21850" y="46789"/>
                  <a:pt x="21716" y="46822"/>
                  <a:pt x="21650" y="46922"/>
                </a:cubicBezTo>
                <a:cubicBezTo>
                  <a:pt x="14011" y="52393"/>
                  <a:pt x="6839" y="59331"/>
                  <a:pt x="3470" y="68304"/>
                </a:cubicBezTo>
                <a:cubicBezTo>
                  <a:pt x="368" y="76477"/>
                  <a:pt x="1" y="85817"/>
                  <a:pt x="2002" y="94323"/>
                </a:cubicBezTo>
                <a:cubicBezTo>
                  <a:pt x="7173" y="116205"/>
                  <a:pt x="28521" y="131716"/>
                  <a:pt x="49536" y="136553"/>
                </a:cubicBezTo>
                <a:cubicBezTo>
                  <a:pt x="54476" y="137694"/>
                  <a:pt x="59482" y="138244"/>
                  <a:pt x="64462" y="138244"/>
                </a:cubicBezTo>
                <a:cubicBezTo>
                  <a:pt x="89046" y="138244"/>
                  <a:pt x="112991" y="124842"/>
                  <a:pt x="125057" y="102929"/>
                </a:cubicBezTo>
                <a:cubicBezTo>
                  <a:pt x="129093" y="95624"/>
                  <a:pt x="131762" y="87585"/>
                  <a:pt x="132929" y="79312"/>
                </a:cubicBezTo>
                <a:cubicBezTo>
                  <a:pt x="133563" y="74809"/>
                  <a:pt x="133730" y="70272"/>
                  <a:pt x="133429" y="65769"/>
                </a:cubicBezTo>
                <a:cubicBezTo>
                  <a:pt x="133363" y="64435"/>
                  <a:pt x="133229" y="63067"/>
                  <a:pt x="133063" y="61733"/>
                </a:cubicBezTo>
                <a:cubicBezTo>
                  <a:pt x="132362" y="56062"/>
                  <a:pt x="130928" y="50491"/>
                  <a:pt x="128860" y="45221"/>
                </a:cubicBezTo>
                <a:cubicBezTo>
                  <a:pt x="123089" y="30711"/>
                  <a:pt x="111847" y="17868"/>
                  <a:pt x="98471" y="9262"/>
                </a:cubicBezTo>
                <a:cubicBezTo>
                  <a:pt x="92233" y="5292"/>
                  <a:pt x="85362" y="1857"/>
                  <a:pt x="78023" y="556"/>
                </a:cubicBezTo>
                <a:cubicBezTo>
                  <a:pt x="76058" y="193"/>
                  <a:pt x="74053" y="1"/>
                  <a:pt x="720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txBox="1">
            <a:spLocks noGrp="1"/>
          </p:cNvSpPr>
          <p:nvPr>
            <p:ph type="title"/>
          </p:nvPr>
        </p:nvSpPr>
        <p:spPr>
          <a:xfrm>
            <a:off x="714175" y="409675"/>
            <a:ext cx="4823400" cy="1219500"/>
          </a:xfrm>
          <a:prstGeom prst="rect">
            <a:avLst/>
          </a:prstGeom>
        </p:spPr>
        <p:txBody>
          <a:bodyPr spcFirstLastPara="1" wrap="square" lIns="91425" tIns="0" rIns="91425" bIns="0" anchor="t" anchorCtr="0">
            <a:noAutofit/>
          </a:bodyPr>
          <a:lstStyle>
            <a:lvl1pPr lvl="0" algn="ctr" rtl="0">
              <a:spcBef>
                <a:spcPts val="0"/>
              </a:spcBef>
              <a:spcAft>
                <a:spcPts val="0"/>
              </a:spcAft>
              <a:buSzPts val="4800"/>
              <a:buNone/>
              <a:defRPr sz="82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208" name="Google Shape;208;p26"/>
          <p:cNvSpPr txBox="1">
            <a:spLocks noGrp="1"/>
          </p:cNvSpPr>
          <p:nvPr>
            <p:ph type="subTitle" idx="1"/>
          </p:nvPr>
        </p:nvSpPr>
        <p:spPr>
          <a:xfrm>
            <a:off x="714175" y="1629175"/>
            <a:ext cx="4823400" cy="1116300"/>
          </a:xfrm>
          <a:prstGeom prst="rect">
            <a:avLst/>
          </a:prstGeom>
        </p:spPr>
        <p:txBody>
          <a:bodyPr spcFirstLastPara="1" wrap="square" lIns="91425" tIns="0" rIns="91425" bIns="0" anchor="t" anchorCtr="0">
            <a:noAutofit/>
          </a:bodyPr>
          <a:lstStyle>
            <a:lvl1pPr lvl="0" algn="ctr" rtl="0">
              <a:lnSpc>
                <a:spcPct val="100000"/>
              </a:lnSpc>
              <a:spcBef>
                <a:spcPts val="0"/>
              </a:spcBef>
              <a:spcAft>
                <a:spcPts val="0"/>
              </a:spcAft>
              <a:buSzPts val="2600"/>
              <a:buNone/>
              <a:defRPr sz="14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10" name="Google Shape;210;p26"/>
          <p:cNvSpPr/>
          <p:nvPr/>
        </p:nvSpPr>
        <p:spPr>
          <a:xfrm>
            <a:off x="-18450" y="-14800"/>
            <a:ext cx="9180900" cy="421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 name="Google Shape;211;p26"/>
          <p:cNvGrpSpPr/>
          <p:nvPr/>
        </p:nvGrpSpPr>
        <p:grpSpPr>
          <a:xfrm flipH="1">
            <a:off x="152400" y="125600"/>
            <a:ext cx="575950" cy="140700"/>
            <a:chOff x="8416025" y="66500"/>
            <a:chExt cx="575950" cy="140700"/>
          </a:xfrm>
        </p:grpSpPr>
        <p:sp>
          <p:nvSpPr>
            <p:cNvPr id="212" name="Google Shape;212;p26"/>
            <p:cNvSpPr/>
            <p:nvPr/>
          </p:nvSpPr>
          <p:spPr>
            <a:xfrm>
              <a:off x="8851275" y="66500"/>
              <a:ext cx="140700" cy="140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8633650" y="66500"/>
              <a:ext cx="140700" cy="140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8416025" y="66500"/>
              <a:ext cx="140700" cy="140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5" name="Google Shape;215;p26"/>
          <p:cNvSpPr/>
          <p:nvPr/>
        </p:nvSpPr>
        <p:spPr>
          <a:xfrm>
            <a:off x="917700" y="83000"/>
            <a:ext cx="3683400" cy="2259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dk2"/>
              </a:solidFill>
              <a:latin typeface="Raleway"/>
              <a:ea typeface="Raleway"/>
              <a:cs typeface="Raleway"/>
              <a:sym typeface="Raleway"/>
            </a:endParaRPr>
          </a:p>
        </p:txBody>
      </p:sp>
      <p:sp>
        <p:nvSpPr>
          <p:cNvPr id="216" name="Google Shape;216;p26"/>
          <p:cNvSpPr txBox="1">
            <a:spLocks noGrp="1"/>
          </p:cNvSpPr>
          <p:nvPr>
            <p:ph type="subTitle" idx="2"/>
          </p:nvPr>
        </p:nvSpPr>
        <p:spPr>
          <a:xfrm>
            <a:off x="1030500" y="83000"/>
            <a:ext cx="3457800" cy="225900"/>
          </a:xfrm>
          <a:prstGeom prst="rect">
            <a:avLst/>
          </a:prstGeom>
        </p:spPr>
        <p:txBody>
          <a:bodyPr spcFirstLastPara="1" wrap="square" lIns="91425" tIns="0" rIns="91425" bIns="0" anchor="ctr" anchorCtr="0">
            <a:noAutofit/>
          </a:bodyPr>
          <a:lstStyle>
            <a:lvl1pPr lvl="0" rtl="0">
              <a:lnSpc>
                <a:spcPct val="100000"/>
              </a:lnSpc>
              <a:spcBef>
                <a:spcPts val="0"/>
              </a:spcBef>
              <a:spcAft>
                <a:spcPts val="0"/>
              </a:spcAft>
              <a:buSzPts val="2800"/>
              <a:buNone/>
              <a:defRPr sz="1000" b="1">
                <a:solidFill>
                  <a:schemeClr val="dk2"/>
                </a:solidFill>
                <a:latin typeface="Raleway"/>
                <a:ea typeface="Raleway"/>
                <a:cs typeface="Raleway"/>
                <a:sym typeface="Raleway"/>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14">
    <p:spTree>
      <p:nvGrpSpPr>
        <p:cNvPr id="1" name="Shape 217"/>
        <p:cNvGrpSpPr/>
        <p:nvPr/>
      </p:nvGrpSpPr>
      <p:grpSpPr>
        <a:xfrm>
          <a:off x="0" y="0"/>
          <a:ext cx="0" cy="0"/>
          <a:chOff x="0" y="0"/>
          <a:chExt cx="0" cy="0"/>
        </a:xfrm>
      </p:grpSpPr>
      <p:sp>
        <p:nvSpPr>
          <p:cNvPr id="218" name="Google Shape;218;p27"/>
          <p:cNvSpPr/>
          <p:nvPr/>
        </p:nvSpPr>
        <p:spPr>
          <a:xfrm flipH="1">
            <a:off x="-1747875" y="-3025925"/>
            <a:ext cx="5067000" cy="4378600"/>
          </a:xfrm>
          <a:custGeom>
            <a:avLst/>
            <a:gdLst/>
            <a:ahLst/>
            <a:cxnLst/>
            <a:rect l="l" t="t" r="r" b="b"/>
            <a:pathLst>
              <a:path w="202680" h="175144" extrusionOk="0">
                <a:moveTo>
                  <a:pt x="99080" y="0"/>
                </a:moveTo>
                <a:cubicBezTo>
                  <a:pt x="96717" y="0"/>
                  <a:pt x="94347" y="89"/>
                  <a:pt x="91972" y="270"/>
                </a:cubicBezTo>
                <a:cubicBezTo>
                  <a:pt x="79999" y="1185"/>
                  <a:pt x="68212" y="4272"/>
                  <a:pt x="57355" y="9405"/>
                </a:cubicBezTo>
                <a:cubicBezTo>
                  <a:pt x="51477" y="12197"/>
                  <a:pt x="45878" y="15578"/>
                  <a:pt x="40667" y="19471"/>
                </a:cubicBezTo>
                <a:cubicBezTo>
                  <a:pt x="39085" y="20634"/>
                  <a:pt x="37580" y="21828"/>
                  <a:pt x="36091" y="23100"/>
                </a:cubicBezTo>
                <a:cubicBezTo>
                  <a:pt x="29825" y="28389"/>
                  <a:pt x="24242" y="34453"/>
                  <a:pt x="19527" y="41169"/>
                </a:cubicBezTo>
                <a:cubicBezTo>
                  <a:pt x="6592" y="59563"/>
                  <a:pt x="0" y="83200"/>
                  <a:pt x="218" y="106076"/>
                </a:cubicBezTo>
                <a:cubicBezTo>
                  <a:pt x="311" y="116700"/>
                  <a:pt x="1551" y="127697"/>
                  <a:pt x="5724" y="137561"/>
                </a:cubicBezTo>
                <a:cubicBezTo>
                  <a:pt x="9136" y="145579"/>
                  <a:pt x="14688" y="152869"/>
                  <a:pt x="22164" y="157336"/>
                </a:cubicBezTo>
                <a:cubicBezTo>
                  <a:pt x="29637" y="161789"/>
                  <a:pt x="37548" y="162990"/>
                  <a:pt x="45635" y="162990"/>
                </a:cubicBezTo>
                <a:cubicBezTo>
                  <a:pt x="55114" y="162990"/>
                  <a:pt x="64834" y="161339"/>
                  <a:pt x="74371" y="161339"/>
                </a:cubicBezTo>
                <a:cubicBezTo>
                  <a:pt x="77129" y="161339"/>
                  <a:pt x="79872" y="161478"/>
                  <a:pt x="82589" y="161833"/>
                </a:cubicBezTo>
                <a:cubicBezTo>
                  <a:pt x="90561" y="162857"/>
                  <a:pt x="98068" y="165819"/>
                  <a:pt x="105497" y="168735"/>
                </a:cubicBezTo>
                <a:cubicBezTo>
                  <a:pt x="105652" y="168813"/>
                  <a:pt x="105822" y="168875"/>
                  <a:pt x="105977" y="168921"/>
                </a:cubicBezTo>
                <a:cubicBezTo>
                  <a:pt x="115168" y="172487"/>
                  <a:pt x="125119" y="175143"/>
                  <a:pt x="135046" y="175143"/>
                </a:cubicBezTo>
                <a:cubicBezTo>
                  <a:pt x="138721" y="175143"/>
                  <a:pt x="142394" y="174779"/>
                  <a:pt x="146023" y="173962"/>
                </a:cubicBezTo>
                <a:cubicBezTo>
                  <a:pt x="158338" y="171217"/>
                  <a:pt x="169892" y="164330"/>
                  <a:pt x="178547" y="155211"/>
                </a:cubicBezTo>
                <a:cubicBezTo>
                  <a:pt x="200803" y="131729"/>
                  <a:pt x="202680" y="93824"/>
                  <a:pt x="191963" y="64681"/>
                </a:cubicBezTo>
                <a:cubicBezTo>
                  <a:pt x="177833" y="26295"/>
                  <a:pt x="139686" y="0"/>
                  <a:pt x="990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7"/>
          <p:cNvSpPr/>
          <p:nvPr/>
        </p:nvSpPr>
        <p:spPr>
          <a:xfrm rot="552817">
            <a:off x="6067819" y="3020977"/>
            <a:ext cx="4140543" cy="4279965"/>
          </a:xfrm>
          <a:custGeom>
            <a:avLst/>
            <a:gdLst/>
            <a:ahLst/>
            <a:cxnLst/>
            <a:rect l="l" t="t" r="r" b="b"/>
            <a:pathLst>
              <a:path w="133730" h="138244" extrusionOk="0">
                <a:moveTo>
                  <a:pt x="72052" y="1"/>
                </a:moveTo>
                <a:cubicBezTo>
                  <a:pt x="67974" y="1"/>
                  <a:pt x="63914" y="800"/>
                  <a:pt x="60244" y="2590"/>
                </a:cubicBezTo>
                <a:cubicBezTo>
                  <a:pt x="46634" y="9262"/>
                  <a:pt x="43865" y="25307"/>
                  <a:pt x="34659" y="36048"/>
                </a:cubicBezTo>
                <a:cubicBezTo>
                  <a:pt x="31023" y="40251"/>
                  <a:pt x="26453" y="43486"/>
                  <a:pt x="21950" y="46722"/>
                </a:cubicBezTo>
                <a:cubicBezTo>
                  <a:pt x="21850" y="46789"/>
                  <a:pt x="21716" y="46822"/>
                  <a:pt x="21650" y="46922"/>
                </a:cubicBezTo>
                <a:cubicBezTo>
                  <a:pt x="14011" y="52393"/>
                  <a:pt x="6839" y="59331"/>
                  <a:pt x="3470" y="68304"/>
                </a:cubicBezTo>
                <a:cubicBezTo>
                  <a:pt x="368" y="76477"/>
                  <a:pt x="1" y="85817"/>
                  <a:pt x="2002" y="94323"/>
                </a:cubicBezTo>
                <a:cubicBezTo>
                  <a:pt x="7173" y="116205"/>
                  <a:pt x="28521" y="131716"/>
                  <a:pt x="49536" y="136553"/>
                </a:cubicBezTo>
                <a:cubicBezTo>
                  <a:pt x="54476" y="137694"/>
                  <a:pt x="59482" y="138244"/>
                  <a:pt x="64462" y="138244"/>
                </a:cubicBezTo>
                <a:cubicBezTo>
                  <a:pt x="89046" y="138244"/>
                  <a:pt x="112991" y="124842"/>
                  <a:pt x="125057" y="102929"/>
                </a:cubicBezTo>
                <a:cubicBezTo>
                  <a:pt x="129093" y="95624"/>
                  <a:pt x="131762" y="87585"/>
                  <a:pt x="132929" y="79312"/>
                </a:cubicBezTo>
                <a:cubicBezTo>
                  <a:pt x="133563" y="74809"/>
                  <a:pt x="133730" y="70272"/>
                  <a:pt x="133429" y="65769"/>
                </a:cubicBezTo>
                <a:cubicBezTo>
                  <a:pt x="133363" y="64435"/>
                  <a:pt x="133229" y="63067"/>
                  <a:pt x="133063" y="61733"/>
                </a:cubicBezTo>
                <a:cubicBezTo>
                  <a:pt x="132362" y="56062"/>
                  <a:pt x="130928" y="50491"/>
                  <a:pt x="128860" y="45221"/>
                </a:cubicBezTo>
                <a:cubicBezTo>
                  <a:pt x="123089" y="30644"/>
                  <a:pt x="111847" y="17868"/>
                  <a:pt x="98471" y="9262"/>
                </a:cubicBezTo>
                <a:cubicBezTo>
                  <a:pt x="92233" y="5292"/>
                  <a:pt x="85362" y="1857"/>
                  <a:pt x="78023" y="556"/>
                </a:cubicBezTo>
                <a:cubicBezTo>
                  <a:pt x="76058" y="193"/>
                  <a:pt x="74053" y="1"/>
                  <a:pt x="720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5">
    <p:bg>
      <p:bgPr>
        <a:solidFill>
          <a:schemeClr val="accent3"/>
        </a:solidFill>
        <a:effectLst/>
      </p:bgPr>
    </p:bg>
    <p:spTree>
      <p:nvGrpSpPr>
        <p:cNvPr id="1" name="Shape 220"/>
        <p:cNvGrpSpPr/>
        <p:nvPr/>
      </p:nvGrpSpPr>
      <p:grpSpPr>
        <a:xfrm>
          <a:off x="0" y="0"/>
          <a:ext cx="0" cy="0"/>
          <a:chOff x="0" y="0"/>
          <a:chExt cx="0" cy="0"/>
        </a:xfrm>
      </p:grpSpPr>
      <p:sp>
        <p:nvSpPr>
          <p:cNvPr id="221" name="Google Shape;221;p28"/>
          <p:cNvSpPr/>
          <p:nvPr/>
        </p:nvSpPr>
        <p:spPr>
          <a:xfrm flipH="1">
            <a:off x="-2520550" y="-1552511"/>
            <a:ext cx="7606897" cy="7863664"/>
          </a:xfrm>
          <a:custGeom>
            <a:avLst/>
            <a:gdLst/>
            <a:ahLst/>
            <a:cxnLst/>
            <a:rect l="l" t="t" r="r" b="b"/>
            <a:pathLst>
              <a:path w="133730" h="138244" extrusionOk="0">
                <a:moveTo>
                  <a:pt x="72052" y="1"/>
                </a:moveTo>
                <a:cubicBezTo>
                  <a:pt x="67974" y="1"/>
                  <a:pt x="63914" y="800"/>
                  <a:pt x="60244" y="2590"/>
                </a:cubicBezTo>
                <a:cubicBezTo>
                  <a:pt x="46634" y="9262"/>
                  <a:pt x="43865" y="25307"/>
                  <a:pt x="34659" y="36048"/>
                </a:cubicBezTo>
                <a:cubicBezTo>
                  <a:pt x="31023" y="40251"/>
                  <a:pt x="26453" y="43486"/>
                  <a:pt x="21950" y="46722"/>
                </a:cubicBezTo>
                <a:cubicBezTo>
                  <a:pt x="21850" y="46789"/>
                  <a:pt x="21716" y="46822"/>
                  <a:pt x="21650" y="46922"/>
                </a:cubicBezTo>
                <a:cubicBezTo>
                  <a:pt x="14011" y="52393"/>
                  <a:pt x="6839" y="59331"/>
                  <a:pt x="3470" y="68304"/>
                </a:cubicBezTo>
                <a:cubicBezTo>
                  <a:pt x="368" y="76477"/>
                  <a:pt x="1" y="85817"/>
                  <a:pt x="2002" y="94323"/>
                </a:cubicBezTo>
                <a:cubicBezTo>
                  <a:pt x="7173" y="116205"/>
                  <a:pt x="28521" y="131716"/>
                  <a:pt x="49536" y="136553"/>
                </a:cubicBezTo>
                <a:cubicBezTo>
                  <a:pt x="54476" y="137694"/>
                  <a:pt x="59482" y="138244"/>
                  <a:pt x="64462" y="138244"/>
                </a:cubicBezTo>
                <a:cubicBezTo>
                  <a:pt x="89046" y="138244"/>
                  <a:pt x="112991" y="124842"/>
                  <a:pt x="125057" y="102929"/>
                </a:cubicBezTo>
                <a:cubicBezTo>
                  <a:pt x="129093" y="95624"/>
                  <a:pt x="131762" y="87585"/>
                  <a:pt x="132929" y="79312"/>
                </a:cubicBezTo>
                <a:cubicBezTo>
                  <a:pt x="133563" y="74809"/>
                  <a:pt x="133730" y="70272"/>
                  <a:pt x="133429" y="65769"/>
                </a:cubicBezTo>
                <a:cubicBezTo>
                  <a:pt x="133363" y="64435"/>
                  <a:pt x="133229" y="63067"/>
                  <a:pt x="133063" y="61733"/>
                </a:cubicBezTo>
                <a:cubicBezTo>
                  <a:pt x="132362" y="56062"/>
                  <a:pt x="130928" y="50491"/>
                  <a:pt x="128860" y="45221"/>
                </a:cubicBezTo>
                <a:cubicBezTo>
                  <a:pt x="123089" y="30711"/>
                  <a:pt x="111847" y="17868"/>
                  <a:pt x="98471" y="9262"/>
                </a:cubicBezTo>
                <a:cubicBezTo>
                  <a:pt x="92233" y="5292"/>
                  <a:pt x="85362" y="1857"/>
                  <a:pt x="78023" y="556"/>
                </a:cubicBezTo>
                <a:cubicBezTo>
                  <a:pt x="76058" y="193"/>
                  <a:pt x="74053" y="1"/>
                  <a:pt x="720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8"/>
          <p:cNvSpPr/>
          <p:nvPr/>
        </p:nvSpPr>
        <p:spPr>
          <a:xfrm>
            <a:off x="-18450" y="-14800"/>
            <a:ext cx="9180900" cy="421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 name="Google Shape;223;p28"/>
          <p:cNvGrpSpPr/>
          <p:nvPr/>
        </p:nvGrpSpPr>
        <p:grpSpPr>
          <a:xfrm flipH="1">
            <a:off x="152400" y="125600"/>
            <a:ext cx="575950" cy="140700"/>
            <a:chOff x="8416025" y="66500"/>
            <a:chExt cx="575950" cy="140700"/>
          </a:xfrm>
        </p:grpSpPr>
        <p:sp>
          <p:nvSpPr>
            <p:cNvPr id="224" name="Google Shape;224;p28"/>
            <p:cNvSpPr/>
            <p:nvPr/>
          </p:nvSpPr>
          <p:spPr>
            <a:xfrm>
              <a:off x="8851275" y="66500"/>
              <a:ext cx="140700" cy="140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8"/>
            <p:cNvSpPr/>
            <p:nvPr/>
          </p:nvSpPr>
          <p:spPr>
            <a:xfrm>
              <a:off x="8633650" y="66500"/>
              <a:ext cx="140700" cy="140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8"/>
            <p:cNvSpPr/>
            <p:nvPr/>
          </p:nvSpPr>
          <p:spPr>
            <a:xfrm>
              <a:off x="8416025" y="66500"/>
              <a:ext cx="140700" cy="1407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 name="Google Shape;227;p28"/>
          <p:cNvSpPr/>
          <p:nvPr/>
        </p:nvSpPr>
        <p:spPr>
          <a:xfrm>
            <a:off x="917700" y="83000"/>
            <a:ext cx="3532200" cy="2259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dk2"/>
              </a:solidFill>
              <a:latin typeface="Raleway"/>
              <a:ea typeface="Raleway"/>
              <a:cs typeface="Raleway"/>
              <a:sym typeface="Raleway"/>
            </a:endParaRPr>
          </a:p>
        </p:txBody>
      </p:sp>
      <p:sp>
        <p:nvSpPr>
          <p:cNvPr id="228" name="Google Shape;228;p28"/>
          <p:cNvSpPr/>
          <p:nvPr/>
        </p:nvSpPr>
        <p:spPr>
          <a:xfrm>
            <a:off x="917700" y="83000"/>
            <a:ext cx="3683400" cy="2259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chemeClr val="dk2"/>
              </a:solidFill>
              <a:latin typeface="Raleway"/>
              <a:ea typeface="Raleway"/>
              <a:cs typeface="Raleway"/>
              <a:sym typeface="Raleway"/>
            </a:endParaRPr>
          </a:p>
        </p:txBody>
      </p:sp>
      <p:sp>
        <p:nvSpPr>
          <p:cNvPr id="229" name="Google Shape;229;p28"/>
          <p:cNvSpPr txBox="1">
            <a:spLocks noGrp="1"/>
          </p:cNvSpPr>
          <p:nvPr>
            <p:ph type="subTitle" idx="1"/>
          </p:nvPr>
        </p:nvSpPr>
        <p:spPr>
          <a:xfrm>
            <a:off x="1030500" y="83000"/>
            <a:ext cx="3457800" cy="225900"/>
          </a:xfrm>
          <a:prstGeom prst="rect">
            <a:avLst/>
          </a:prstGeom>
        </p:spPr>
        <p:txBody>
          <a:bodyPr spcFirstLastPara="1" wrap="square" lIns="91425" tIns="0" rIns="91425" bIns="0" anchor="ctr" anchorCtr="0">
            <a:noAutofit/>
          </a:bodyPr>
          <a:lstStyle>
            <a:lvl1pPr lvl="0" rtl="0">
              <a:lnSpc>
                <a:spcPct val="100000"/>
              </a:lnSpc>
              <a:spcBef>
                <a:spcPts val="0"/>
              </a:spcBef>
              <a:spcAft>
                <a:spcPts val="0"/>
              </a:spcAft>
              <a:buSzPts val="2800"/>
              <a:buNone/>
              <a:defRPr sz="1000" b="1">
                <a:solidFill>
                  <a:schemeClr val="dk2"/>
                </a:solidFill>
                <a:latin typeface="Raleway"/>
                <a:ea typeface="Raleway"/>
                <a:cs typeface="Raleway"/>
                <a:sym typeface="Raleway"/>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175" y="460100"/>
            <a:ext cx="7715700" cy="572700"/>
          </a:xfrm>
          <a:prstGeom prst="rect">
            <a:avLst/>
          </a:prstGeom>
          <a:noFill/>
          <a:ln>
            <a:noFill/>
          </a:ln>
        </p:spPr>
        <p:txBody>
          <a:bodyPr spcFirstLastPara="1" wrap="square" lIns="91425" tIns="0" rIns="91425" bIns="0" anchor="t" anchorCtr="0">
            <a:noAutofit/>
          </a:bodyPr>
          <a:lstStyle>
            <a:lvl1pPr lvl="0">
              <a:spcBef>
                <a:spcPts val="0"/>
              </a:spcBef>
              <a:spcAft>
                <a:spcPts val="0"/>
              </a:spcAft>
              <a:buClr>
                <a:schemeClr val="accent2"/>
              </a:buClr>
              <a:buSzPts val="3000"/>
              <a:buFont typeface="Viga"/>
              <a:buNone/>
              <a:defRPr sz="3000" b="1">
                <a:solidFill>
                  <a:schemeClr val="accent2"/>
                </a:solidFill>
                <a:latin typeface="Viga"/>
                <a:ea typeface="Viga"/>
                <a:cs typeface="Viga"/>
                <a:sym typeface="Viga"/>
              </a:defRPr>
            </a:lvl1pPr>
            <a:lvl2pPr lvl="1">
              <a:spcBef>
                <a:spcPts val="0"/>
              </a:spcBef>
              <a:spcAft>
                <a:spcPts val="0"/>
              </a:spcAft>
              <a:buClr>
                <a:schemeClr val="accent2"/>
              </a:buClr>
              <a:buSzPts val="3000"/>
              <a:buFont typeface="Viga"/>
              <a:buNone/>
              <a:defRPr sz="3000" b="1">
                <a:solidFill>
                  <a:schemeClr val="accent2"/>
                </a:solidFill>
                <a:latin typeface="Viga"/>
                <a:ea typeface="Viga"/>
                <a:cs typeface="Viga"/>
                <a:sym typeface="Viga"/>
              </a:defRPr>
            </a:lvl2pPr>
            <a:lvl3pPr lvl="2">
              <a:spcBef>
                <a:spcPts val="0"/>
              </a:spcBef>
              <a:spcAft>
                <a:spcPts val="0"/>
              </a:spcAft>
              <a:buClr>
                <a:schemeClr val="accent2"/>
              </a:buClr>
              <a:buSzPts val="3000"/>
              <a:buFont typeface="Viga"/>
              <a:buNone/>
              <a:defRPr sz="3000" b="1">
                <a:solidFill>
                  <a:schemeClr val="accent2"/>
                </a:solidFill>
                <a:latin typeface="Viga"/>
                <a:ea typeface="Viga"/>
                <a:cs typeface="Viga"/>
                <a:sym typeface="Viga"/>
              </a:defRPr>
            </a:lvl3pPr>
            <a:lvl4pPr lvl="3">
              <a:spcBef>
                <a:spcPts val="0"/>
              </a:spcBef>
              <a:spcAft>
                <a:spcPts val="0"/>
              </a:spcAft>
              <a:buClr>
                <a:schemeClr val="accent2"/>
              </a:buClr>
              <a:buSzPts val="3000"/>
              <a:buFont typeface="Viga"/>
              <a:buNone/>
              <a:defRPr sz="3000" b="1">
                <a:solidFill>
                  <a:schemeClr val="accent2"/>
                </a:solidFill>
                <a:latin typeface="Viga"/>
                <a:ea typeface="Viga"/>
                <a:cs typeface="Viga"/>
                <a:sym typeface="Viga"/>
              </a:defRPr>
            </a:lvl4pPr>
            <a:lvl5pPr lvl="4">
              <a:spcBef>
                <a:spcPts val="0"/>
              </a:spcBef>
              <a:spcAft>
                <a:spcPts val="0"/>
              </a:spcAft>
              <a:buClr>
                <a:schemeClr val="accent2"/>
              </a:buClr>
              <a:buSzPts val="3000"/>
              <a:buFont typeface="Viga"/>
              <a:buNone/>
              <a:defRPr sz="3000" b="1">
                <a:solidFill>
                  <a:schemeClr val="accent2"/>
                </a:solidFill>
                <a:latin typeface="Viga"/>
                <a:ea typeface="Viga"/>
                <a:cs typeface="Viga"/>
                <a:sym typeface="Viga"/>
              </a:defRPr>
            </a:lvl5pPr>
            <a:lvl6pPr lvl="5">
              <a:spcBef>
                <a:spcPts val="0"/>
              </a:spcBef>
              <a:spcAft>
                <a:spcPts val="0"/>
              </a:spcAft>
              <a:buClr>
                <a:schemeClr val="accent2"/>
              </a:buClr>
              <a:buSzPts val="3000"/>
              <a:buFont typeface="Viga"/>
              <a:buNone/>
              <a:defRPr sz="3000" b="1">
                <a:solidFill>
                  <a:schemeClr val="accent2"/>
                </a:solidFill>
                <a:latin typeface="Viga"/>
                <a:ea typeface="Viga"/>
                <a:cs typeface="Viga"/>
                <a:sym typeface="Viga"/>
              </a:defRPr>
            </a:lvl6pPr>
            <a:lvl7pPr lvl="6">
              <a:spcBef>
                <a:spcPts val="0"/>
              </a:spcBef>
              <a:spcAft>
                <a:spcPts val="0"/>
              </a:spcAft>
              <a:buClr>
                <a:schemeClr val="accent2"/>
              </a:buClr>
              <a:buSzPts val="3000"/>
              <a:buFont typeface="Viga"/>
              <a:buNone/>
              <a:defRPr sz="3000" b="1">
                <a:solidFill>
                  <a:schemeClr val="accent2"/>
                </a:solidFill>
                <a:latin typeface="Viga"/>
                <a:ea typeface="Viga"/>
                <a:cs typeface="Viga"/>
                <a:sym typeface="Viga"/>
              </a:defRPr>
            </a:lvl7pPr>
            <a:lvl8pPr lvl="7">
              <a:spcBef>
                <a:spcPts val="0"/>
              </a:spcBef>
              <a:spcAft>
                <a:spcPts val="0"/>
              </a:spcAft>
              <a:buClr>
                <a:schemeClr val="accent2"/>
              </a:buClr>
              <a:buSzPts val="3000"/>
              <a:buFont typeface="Viga"/>
              <a:buNone/>
              <a:defRPr sz="3000" b="1">
                <a:solidFill>
                  <a:schemeClr val="accent2"/>
                </a:solidFill>
                <a:latin typeface="Viga"/>
                <a:ea typeface="Viga"/>
                <a:cs typeface="Viga"/>
                <a:sym typeface="Viga"/>
              </a:defRPr>
            </a:lvl8pPr>
            <a:lvl9pPr lvl="8">
              <a:spcBef>
                <a:spcPts val="0"/>
              </a:spcBef>
              <a:spcAft>
                <a:spcPts val="0"/>
              </a:spcAft>
              <a:buClr>
                <a:schemeClr val="accent2"/>
              </a:buClr>
              <a:buSzPts val="3000"/>
              <a:buFont typeface="Viga"/>
              <a:buNone/>
              <a:defRPr sz="3000" b="1">
                <a:solidFill>
                  <a:schemeClr val="accent2"/>
                </a:solidFill>
                <a:latin typeface="Viga"/>
                <a:ea typeface="Viga"/>
                <a:cs typeface="Viga"/>
                <a:sym typeface="Viga"/>
              </a:defRPr>
            </a:lvl9pPr>
          </a:lstStyle>
          <a:p>
            <a:endParaRPr/>
          </a:p>
        </p:txBody>
      </p:sp>
      <p:sp>
        <p:nvSpPr>
          <p:cNvPr id="7" name="Google Shape;7;p1"/>
          <p:cNvSpPr txBox="1">
            <a:spLocks noGrp="1"/>
          </p:cNvSpPr>
          <p:nvPr>
            <p:ph type="body" idx="1"/>
          </p:nvPr>
        </p:nvSpPr>
        <p:spPr>
          <a:xfrm>
            <a:off x="714175" y="1152475"/>
            <a:ext cx="7715700" cy="3416400"/>
          </a:xfrm>
          <a:prstGeom prst="rect">
            <a:avLst/>
          </a:prstGeom>
          <a:noFill/>
          <a:ln>
            <a:noFill/>
          </a:ln>
        </p:spPr>
        <p:txBody>
          <a:bodyPr spcFirstLastPara="1" wrap="square" lIns="91425" tIns="0" rIns="91425" bIns="0" anchor="t" anchorCtr="0">
            <a:noAutofit/>
          </a:bodyPr>
          <a:lstStyle>
            <a:lvl1pPr marL="457200" lvl="0" indent="-342900">
              <a:lnSpc>
                <a:spcPct val="115000"/>
              </a:lnSpc>
              <a:spcBef>
                <a:spcPts val="0"/>
              </a:spcBef>
              <a:spcAft>
                <a:spcPts val="0"/>
              </a:spcAft>
              <a:buClr>
                <a:schemeClr val="dk1"/>
              </a:buClr>
              <a:buSzPts val="1800"/>
              <a:buFont typeface="Raleway Medium"/>
              <a:buChar char="●"/>
              <a:defRPr sz="1800">
                <a:solidFill>
                  <a:schemeClr val="dk1"/>
                </a:solidFill>
                <a:latin typeface="Raleway Medium"/>
                <a:ea typeface="Raleway Medium"/>
                <a:cs typeface="Raleway Medium"/>
                <a:sym typeface="Raleway Medium"/>
              </a:defRPr>
            </a:lvl1pPr>
            <a:lvl2pPr marL="914400" lvl="1" indent="-317500">
              <a:lnSpc>
                <a:spcPct val="115000"/>
              </a:lnSpc>
              <a:spcBef>
                <a:spcPts val="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2pPr>
            <a:lvl3pPr marL="1371600" lvl="2" indent="-317500">
              <a:lnSpc>
                <a:spcPct val="115000"/>
              </a:lnSpc>
              <a:spcBef>
                <a:spcPts val="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3pPr>
            <a:lvl4pPr marL="1828800" lvl="3" indent="-317500">
              <a:lnSpc>
                <a:spcPct val="115000"/>
              </a:lnSpc>
              <a:spcBef>
                <a:spcPts val="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4pPr>
            <a:lvl5pPr marL="2286000" lvl="4" indent="-317500">
              <a:lnSpc>
                <a:spcPct val="115000"/>
              </a:lnSpc>
              <a:spcBef>
                <a:spcPts val="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5pPr>
            <a:lvl6pPr marL="2743200" lvl="5" indent="-317500">
              <a:lnSpc>
                <a:spcPct val="115000"/>
              </a:lnSpc>
              <a:spcBef>
                <a:spcPts val="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6pPr>
            <a:lvl7pPr marL="3200400" lvl="6" indent="-317500">
              <a:lnSpc>
                <a:spcPct val="115000"/>
              </a:lnSpc>
              <a:spcBef>
                <a:spcPts val="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7pPr>
            <a:lvl8pPr marL="3657600" lvl="7" indent="-317500">
              <a:lnSpc>
                <a:spcPct val="115000"/>
              </a:lnSpc>
              <a:spcBef>
                <a:spcPts val="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8pPr>
            <a:lvl9pPr marL="4114800" lvl="8" indent="-317500">
              <a:lnSpc>
                <a:spcPct val="115000"/>
              </a:lnSpc>
              <a:spcBef>
                <a:spcPts val="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7" r:id="rId3"/>
    <p:sldLayoutId id="2147483658" r:id="rId4"/>
    <p:sldLayoutId id="2147483662" r:id="rId5"/>
    <p:sldLayoutId id="2147483667" r:id="rId6"/>
    <p:sldLayoutId id="2147483672" r:id="rId7"/>
    <p:sldLayoutId id="2147483673" r:id="rId8"/>
    <p:sldLayoutId id="2147483674"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1" name="Google Shape;241;p32"/>
          <p:cNvSpPr txBox="1">
            <a:spLocks noGrp="1"/>
          </p:cNvSpPr>
          <p:nvPr>
            <p:ph type="ctrTitle"/>
          </p:nvPr>
        </p:nvSpPr>
        <p:spPr>
          <a:xfrm>
            <a:off x="574259" y="2095074"/>
            <a:ext cx="7995482" cy="1141103"/>
          </a:xfrm>
          <a:prstGeom prst="rect">
            <a:avLst/>
          </a:prstGeom>
        </p:spPr>
        <p:txBody>
          <a:bodyPr spcFirstLastPara="1" wrap="square" lIns="91425" tIns="0" rIns="91425" bIns="0" anchor="t" anchorCtr="0">
            <a:noAutofit/>
          </a:bodyPr>
          <a:lstStyle/>
          <a:p>
            <a:pPr algn="ctr"/>
            <a:r>
              <a:rPr lang="fr-FR" sz="2400" dirty="0"/>
              <a:t>CAHIER DES CHARGES </a:t>
            </a:r>
            <a:br>
              <a:rPr lang="fr-FR" sz="2400" dirty="0"/>
            </a:br>
            <a:r>
              <a:rPr lang="fr-FR" sz="2400" dirty="0"/>
              <a:t>conception, développement et déploiement d’un </a:t>
            </a:r>
            <a:br>
              <a:rPr lang="fr-FR" sz="2400" dirty="0"/>
            </a:br>
            <a:r>
              <a:rPr lang="fr-FR" sz="2400" dirty="0"/>
              <a:t> </a:t>
            </a:r>
            <a:r>
              <a:rPr lang="en-US" dirty="0"/>
              <a:t>Distributed File Replicator </a:t>
            </a:r>
            <a:br>
              <a:rPr lang="fr-FR" sz="2400" b="1" dirty="0">
                <a:latin typeface="Bell MT" panose="02020503060305020303" pitchFamily="18" charset="0"/>
              </a:rPr>
            </a:br>
            <a:endParaRPr sz="2400" dirty="0"/>
          </a:p>
        </p:txBody>
      </p:sp>
      <p:grpSp>
        <p:nvGrpSpPr>
          <p:cNvPr id="286" name="Google Shape;286;p32"/>
          <p:cNvGrpSpPr/>
          <p:nvPr/>
        </p:nvGrpSpPr>
        <p:grpSpPr>
          <a:xfrm>
            <a:off x="5178525" y="715875"/>
            <a:ext cx="3363825" cy="4129675"/>
            <a:chOff x="5178525" y="694275"/>
            <a:chExt cx="3363825" cy="4129675"/>
          </a:xfrm>
        </p:grpSpPr>
        <p:grpSp>
          <p:nvGrpSpPr>
            <p:cNvPr id="287" name="Google Shape;287;p32"/>
            <p:cNvGrpSpPr/>
            <p:nvPr/>
          </p:nvGrpSpPr>
          <p:grpSpPr>
            <a:xfrm>
              <a:off x="5178525" y="694275"/>
              <a:ext cx="3363825" cy="4129675"/>
              <a:chOff x="5178525" y="694275"/>
              <a:chExt cx="3363825" cy="4129675"/>
            </a:xfrm>
          </p:grpSpPr>
          <p:sp>
            <p:nvSpPr>
              <p:cNvPr id="288" name="Google Shape;288;p32"/>
              <p:cNvSpPr/>
              <p:nvPr/>
            </p:nvSpPr>
            <p:spPr>
              <a:xfrm>
                <a:off x="7824763" y="731275"/>
                <a:ext cx="304400" cy="304400"/>
              </a:xfrm>
              <a:custGeom>
                <a:avLst/>
                <a:gdLst/>
                <a:ahLst/>
                <a:cxnLst/>
                <a:rect l="l" t="t" r="r" b="b"/>
                <a:pathLst>
                  <a:path w="12176" h="12176" extrusionOk="0">
                    <a:moveTo>
                      <a:pt x="6071" y="801"/>
                    </a:moveTo>
                    <a:cubicBezTo>
                      <a:pt x="9007" y="801"/>
                      <a:pt x="11375" y="3170"/>
                      <a:pt x="11375" y="6105"/>
                    </a:cubicBezTo>
                    <a:cubicBezTo>
                      <a:pt x="11375" y="9007"/>
                      <a:pt x="9007" y="11375"/>
                      <a:pt x="6071" y="11375"/>
                    </a:cubicBezTo>
                    <a:cubicBezTo>
                      <a:pt x="3169" y="11375"/>
                      <a:pt x="767" y="9007"/>
                      <a:pt x="767" y="6105"/>
                    </a:cubicBezTo>
                    <a:cubicBezTo>
                      <a:pt x="767" y="3170"/>
                      <a:pt x="3169" y="801"/>
                      <a:pt x="6071" y="801"/>
                    </a:cubicBezTo>
                    <a:close/>
                    <a:moveTo>
                      <a:pt x="6071" y="1"/>
                    </a:moveTo>
                    <a:cubicBezTo>
                      <a:pt x="2702" y="1"/>
                      <a:pt x="0" y="2703"/>
                      <a:pt x="0" y="6105"/>
                    </a:cubicBezTo>
                    <a:cubicBezTo>
                      <a:pt x="0" y="9474"/>
                      <a:pt x="2735" y="12176"/>
                      <a:pt x="6071" y="12176"/>
                    </a:cubicBezTo>
                    <a:cubicBezTo>
                      <a:pt x="9440" y="12176"/>
                      <a:pt x="12176" y="9474"/>
                      <a:pt x="12176" y="6105"/>
                    </a:cubicBezTo>
                    <a:cubicBezTo>
                      <a:pt x="12176" y="2703"/>
                      <a:pt x="9440" y="1"/>
                      <a:pt x="607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9" name="Google Shape;289;p32"/>
              <p:cNvGrpSpPr/>
              <p:nvPr/>
            </p:nvGrpSpPr>
            <p:grpSpPr>
              <a:xfrm>
                <a:off x="5232725" y="694275"/>
                <a:ext cx="158475" cy="160125"/>
                <a:chOff x="4453600" y="764325"/>
                <a:chExt cx="158475" cy="160125"/>
              </a:xfrm>
            </p:grpSpPr>
            <p:sp>
              <p:nvSpPr>
                <p:cNvPr id="290" name="Google Shape;290;p32"/>
                <p:cNvSpPr/>
                <p:nvPr/>
              </p:nvSpPr>
              <p:spPr>
                <a:xfrm>
                  <a:off x="4523650" y="764325"/>
                  <a:ext cx="19200" cy="160125"/>
                </a:xfrm>
                <a:custGeom>
                  <a:avLst/>
                  <a:gdLst/>
                  <a:ahLst/>
                  <a:cxnLst/>
                  <a:rect l="l" t="t" r="r" b="b"/>
                  <a:pathLst>
                    <a:path w="768" h="6405" extrusionOk="0">
                      <a:moveTo>
                        <a:pt x="367" y="0"/>
                      </a:moveTo>
                      <a:cubicBezTo>
                        <a:pt x="167" y="0"/>
                        <a:pt x="0" y="167"/>
                        <a:pt x="0" y="401"/>
                      </a:cubicBezTo>
                      <a:lnTo>
                        <a:pt x="0" y="6005"/>
                      </a:lnTo>
                      <a:cubicBezTo>
                        <a:pt x="0" y="6205"/>
                        <a:pt x="167" y="6405"/>
                        <a:pt x="367" y="6405"/>
                      </a:cubicBezTo>
                      <a:cubicBezTo>
                        <a:pt x="601" y="6405"/>
                        <a:pt x="768" y="6238"/>
                        <a:pt x="734" y="5971"/>
                      </a:cubicBezTo>
                      <a:lnTo>
                        <a:pt x="734" y="401"/>
                      </a:lnTo>
                      <a:cubicBezTo>
                        <a:pt x="734" y="167"/>
                        <a:pt x="568" y="0"/>
                        <a:pt x="3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2"/>
                <p:cNvSpPr/>
                <p:nvPr/>
              </p:nvSpPr>
              <p:spPr>
                <a:xfrm>
                  <a:off x="4453600" y="835200"/>
                  <a:ext cx="158475" cy="19200"/>
                </a:xfrm>
                <a:custGeom>
                  <a:avLst/>
                  <a:gdLst/>
                  <a:ahLst/>
                  <a:cxnLst/>
                  <a:rect l="l" t="t" r="r" b="b"/>
                  <a:pathLst>
                    <a:path w="6339" h="768" extrusionOk="0">
                      <a:moveTo>
                        <a:pt x="367" y="1"/>
                      </a:moveTo>
                      <a:cubicBezTo>
                        <a:pt x="167" y="1"/>
                        <a:pt x="0" y="168"/>
                        <a:pt x="0" y="401"/>
                      </a:cubicBezTo>
                      <a:cubicBezTo>
                        <a:pt x="0" y="601"/>
                        <a:pt x="167" y="768"/>
                        <a:pt x="367" y="768"/>
                      </a:cubicBezTo>
                      <a:lnTo>
                        <a:pt x="6005" y="768"/>
                      </a:lnTo>
                      <a:cubicBezTo>
                        <a:pt x="6205" y="768"/>
                        <a:pt x="6338" y="601"/>
                        <a:pt x="6338" y="401"/>
                      </a:cubicBezTo>
                      <a:cubicBezTo>
                        <a:pt x="6338" y="168"/>
                        <a:pt x="6172" y="1"/>
                        <a:pt x="5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 name="Google Shape;292;p32"/>
              <p:cNvGrpSpPr/>
              <p:nvPr/>
            </p:nvGrpSpPr>
            <p:grpSpPr>
              <a:xfrm>
                <a:off x="8383900" y="2968400"/>
                <a:ext cx="158450" cy="158475"/>
                <a:chOff x="8340550" y="3153525"/>
                <a:chExt cx="158450" cy="158475"/>
              </a:xfrm>
            </p:grpSpPr>
            <p:sp>
              <p:nvSpPr>
                <p:cNvPr id="293" name="Google Shape;293;p32"/>
                <p:cNvSpPr/>
                <p:nvPr/>
              </p:nvSpPr>
              <p:spPr>
                <a:xfrm>
                  <a:off x="8410600" y="3153525"/>
                  <a:ext cx="18350" cy="158475"/>
                </a:xfrm>
                <a:custGeom>
                  <a:avLst/>
                  <a:gdLst/>
                  <a:ahLst/>
                  <a:cxnLst/>
                  <a:rect l="l" t="t" r="r" b="b"/>
                  <a:pathLst>
                    <a:path w="734" h="6339" extrusionOk="0">
                      <a:moveTo>
                        <a:pt x="367" y="1"/>
                      </a:moveTo>
                      <a:cubicBezTo>
                        <a:pt x="167" y="1"/>
                        <a:pt x="0" y="168"/>
                        <a:pt x="0" y="401"/>
                      </a:cubicBezTo>
                      <a:lnTo>
                        <a:pt x="0" y="5972"/>
                      </a:lnTo>
                      <a:cubicBezTo>
                        <a:pt x="0" y="6172"/>
                        <a:pt x="167" y="6339"/>
                        <a:pt x="367" y="6339"/>
                      </a:cubicBezTo>
                      <a:cubicBezTo>
                        <a:pt x="567" y="6339"/>
                        <a:pt x="734" y="6172"/>
                        <a:pt x="734" y="5972"/>
                      </a:cubicBezTo>
                      <a:lnTo>
                        <a:pt x="734" y="401"/>
                      </a:lnTo>
                      <a:cubicBezTo>
                        <a:pt x="734" y="168"/>
                        <a:pt x="567" y="1"/>
                        <a:pt x="3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2"/>
                <p:cNvSpPr/>
                <p:nvPr/>
              </p:nvSpPr>
              <p:spPr>
                <a:xfrm>
                  <a:off x="8340550" y="3223575"/>
                  <a:ext cx="158450" cy="19225"/>
                </a:xfrm>
                <a:custGeom>
                  <a:avLst/>
                  <a:gdLst/>
                  <a:ahLst/>
                  <a:cxnLst/>
                  <a:rect l="l" t="t" r="r" b="b"/>
                  <a:pathLst>
                    <a:path w="6338" h="769" extrusionOk="0">
                      <a:moveTo>
                        <a:pt x="367" y="1"/>
                      </a:moveTo>
                      <a:cubicBezTo>
                        <a:pt x="167" y="1"/>
                        <a:pt x="0" y="168"/>
                        <a:pt x="0" y="368"/>
                      </a:cubicBezTo>
                      <a:cubicBezTo>
                        <a:pt x="0" y="601"/>
                        <a:pt x="167" y="768"/>
                        <a:pt x="367" y="768"/>
                      </a:cubicBezTo>
                      <a:lnTo>
                        <a:pt x="5971" y="768"/>
                      </a:lnTo>
                      <a:cubicBezTo>
                        <a:pt x="6171" y="768"/>
                        <a:pt x="6338" y="601"/>
                        <a:pt x="6338" y="368"/>
                      </a:cubicBezTo>
                      <a:cubicBezTo>
                        <a:pt x="6338" y="168"/>
                        <a:pt x="6171" y="1"/>
                        <a:pt x="5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295;p32"/>
              <p:cNvGrpSpPr/>
              <p:nvPr/>
            </p:nvGrpSpPr>
            <p:grpSpPr>
              <a:xfrm>
                <a:off x="6255725" y="1529550"/>
                <a:ext cx="142625" cy="142625"/>
                <a:chOff x="5959675" y="1697500"/>
                <a:chExt cx="142625" cy="142625"/>
              </a:xfrm>
            </p:grpSpPr>
            <p:sp>
              <p:nvSpPr>
                <p:cNvPr id="296" name="Google Shape;296;p32"/>
                <p:cNvSpPr/>
                <p:nvPr/>
              </p:nvSpPr>
              <p:spPr>
                <a:xfrm>
                  <a:off x="6022225" y="1697500"/>
                  <a:ext cx="19200" cy="142625"/>
                </a:xfrm>
                <a:custGeom>
                  <a:avLst/>
                  <a:gdLst/>
                  <a:ahLst/>
                  <a:cxnLst/>
                  <a:rect l="l" t="t" r="r" b="b"/>
                  <a:pathLst>
                    <a:path w="768" h="5705" extrusionOk="0">
                      <a:moveTo>
                        <a:pt x="367" y="0"/>
                      </a:moveTo>
                      <a:cubicBezTo>
                        <a:pt x="167" y="0"/>
                        <a:pt x="0" y="167"/>
                        <a:pt x="0" y="367"/>
                      </a:cubicBezTo>
                      <a:lnTo>
                        <a:pt x="0" y="5337"/>
                      </a:lnTo>
                      <a:cubicBezTo>
                        <a:pt x="0" y="5537"/>
                        <a:pt x="167" y="5704"/>
                        <a:pt x="367" y="5704"/>
                      </a:cubicBezTo>
                      <a:cubicBezTo>
                        <a:pt x="601" y="5704"/>
                        <a:pt x="767" y="5537"/>
                        <a:pt x="767" y="5337"/>
                      </a:cubicBezTo>
                      <a:lnTo>
                        <a:pt x="767" y="367"/>
                      </a:lnTo>
                      <a:cubicBezTo>
                        <a:pt x="767" y="167"/>
                        <a:pt x="601" y="0"/>
                        <a:pt x="3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2"/>
                <p:cNvSpPr/>
                <p:nvPr/>
              </p:nvSpPr>
              <p:spPr>
                <a:xfrm>
                  <a:off x="5959675" y="1759200"/>
                  <a:ext cx="142625" cy="18375"/>
                </a:xfrm>
                <a:custGeom>
                  <a:avLst/>
                  <a:gdLst/>
                  <a:ahLst/>
                  <a:cxnLst/>
                  <a:rect l="l" t="t" r="r" b="b"/>
                  <a:pathLst>
                    <a:path w="5705" h="735" extrusionOk="0">
                      <a:moveTo>
                        <a:pt x="367" y="1"/>
                      </a:moveTo>
                      <a:cubicBezTo>
                        <a:pt x="167" y="1"/>
                        <a:pt x="0" y="167"/>
                        <a:pt x="0" y="367"/>
                      </a:cubicBezTo>
                      <a:cubicBezTo>
                        <a:pt x="0" y="568"/>
                        <a:pt x="167" y="734"/>
                        <a:pt x="367" y="734"/>
                      </a:cubicBezTo>
                      <a:lnTo>
                        <a:pt x="5338" y="734"/>
                      </a:lnTo>
                      <a:cubicBezTo>
                        <a:pt x="5538" y="734"/>
                        <a:pt x="5705" y="568"/>
                        <a:pt x="5705" y="367"/>
                      </a:cubicBezTo>
                      <a:cubicBezTo>
                        <a:pt x="5705" y="167"/>
                        <a:pt x="5538" y="1"/>
                        <a:pt x="53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 name="Google Shape;301;p32"/>
              <p:cNvGrpSpPr/>
              <p:nvPr/>
            </p:nvGrpSpPr>
            <p:grpSpPr>
              <a:xfrm>
                <a:off x="5178525" y="4557900"/>
                <a:ext cx="266875" cy="266050"/>
                <a:chOff x="5008300" y="4720725"/>
                <a:chExt cx="266875" cy="266050"/>
              </a:xfrm>
            </p:grpSpPr>
            <p:sp>
              <p:nvSpPr>
                <p:cNvPr id="302" name="Google Shape;302;p32"/>
                <p:cNvSpPr/>
                <p:nvPr/>
              </p:nvSpPr>
              <p:spPr>
                <a:xfrm>
                  <a:off x="5132550" y="4720725"/>
                  <a:ext cx="19200" cy="266050"/>
                </a:xfrm>
                <a:custGeom>
                  <a:avLst/>
                  <a:gdLst/>
                  <a:ahLst/>
                  <a:cxnLst/>
                  <a:rect l="l" t="t" r="r" b="b"/>
                  <a:pathLst>
                    <a:path w="768" h="10642" extrusionOk="0">
                      <a:moveTo>
                        <a:pt x="367" y="0"/>
                      </a:moveTo>
                      <a:cubicBezTo>
                        <a:pt x="167" y="0"/>
                        <a:pt x="0" y="167"/>
                        <a:pt x="0" y="367"/>
                      </a:cubicBezTo>
                      <a:lnTo>
                        <a:pt x="0" y="10274"/>
                      </a:lnTo>
                      <a:cubicBezTo>
                        <a:pt x="0" y="10474"/>
                        <a:pt x="167" y="10641"/>
                        <a:pt x="367" y="10641"/>
                      </a:cubicBezTo>
                      <a:cubicBezTo>
                        <a:pt x="601" y="10641"/>
                        <a:pt x="768" y="10474"/>
                        <a:pt x="768" y="10274"/>
                      </a:cubicBezTo>
                      <a:lnTo>
                        <a:pt x="768" y="367"/>
                      </a:lnTo>
                      <a:cubicBezTo>
                        <a:pt x="768" y="167"/>
                        <a:pt x="601" y="0"/>
                        <a:pt x="3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p:cNvSpPr/>
                <p:nvPr/>
              </p:nvSpPr>
              <p:spPr>
                <a:xfrm>
                  <a:off x="5008300" y="4844975"/>
                  <a:ext cx="266875" cy="18375"/>
                </a:xfrm>
                <a:custGeom>
                  <a:avLst/>
                  <a:gdLst/>
                  <a:ahLst/>
                  <a:cxnLst/>
                  <a:rect l="l" t="t" r="r" b="b"/>
                  <a:pathLst>
                    <a:path w="10675" h="735" extrusionOk="0">
                      <a:moveTo>
                        <a:pt x="401" y="0"/>
                      </a:moveTo>
                      <a:cubicBezTo>
                        <a:pt x="167" y="0"/>
                        <a:pt x="0" y="167"/>
                        <a:pt x="0" y="367"/>
                      </a:cubicBezTo>
                      <a:cubicBezTo>
                        <a:pt x="0" y="567"/>
                        <a:pt x="167" y="734"/>
                        <a:pt x="401" y="734"/>
                      </a:cubicBezTo>
                      <a:lnTo>
                        <a:pt x="10274" y="734"/>
                      </a:lnTo>
                      <a:cubicBezTo>
                        <a:pt x="10474" y="734"/>
                        <a:pt x="10675" y="567"/>
                        <a:pt x="10641" y="367"/>
                      </a:cubicBezTo>
                      <a:cubicBezTo>
                        <a:pt x="10641" y="167"/>
                        <a:pt x="10474" y="0"/>
                        <a:pt x="10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5" name="Google Shape;305;p32"/>
            <p:cNvGrpSpPr/>
            <p:nvPr/>
          </p:nvGrpSpPr>
          <p:grpSpPr>
            <a:xfrm>
              <a:off x="5661765" y="3808913"/>
              <a:ext cx="405735" cy="317684"/>
              <a:chOff x="5316725" y="3602175"/>
              <a:chExt cx="714700" cy="559600"/>
            </a:xfrm>
          </p:grpSpPr>
          <p:sp>
            <p:nvSpPr>
              <p:cNvPr id="308" name="Google Shape;308;p32"/>
              <p:cNvSpPr/>
              <p:nvPr/>
            </p:nvSpPr>
            <p:spPr>
              <a:xfrm>
                <a:off x="5608600" y="3836525"/>
                <a:ext cx="326075" cy="325250"/>
              </a:xfrm>
              <a:custGeom>
                <a:avLst/>
                <a:gdLst/>
                <a:ahLst/>
                <a:cxnLst/>
                <a:rect l="l" t="t" r="r" b="b"/>
                <a:pathLst>
                  <a:path w="13043" h="13010" extrusionOk="0">
                    <a:moveTo>
                      <a:pt x="3503" y="0"/>
                    </a:moveTo>
                    <a:lnTo>
                      <a:pt x="3503" y="3470"/>
                    </a:lnTo>
                    <a:lnTo>
                      <a:pt x="0" y="3470"/>
                    </a:lnTo>
                    <a:lnTo>
                      <a:pt x="0" y="9507"/>
                    </a:lnTo>
                    <a:lnTo>
                      <a:pt x="3503" y="9507"/>
                    </a:lnTo>
                    <a:lnTo>
                      <a:pt x="3503" y="13010"/>
                    </a:lnTo>
                    <a:lnTo>
                      <a:pt x="9540" y="13010"/>
                    </a:lnTo>
                    <a:lnTo>
                      <a:pt x="9540" y="9507"/>
                    </a:lnTo>
                    <a:lnTo>
                      <a:pt x="13043" y="9507"/>
                    </a:lnTo>
                    <a:lnTo>
                      <a:pt x="13043" y="3470"/>
                    </a:lnTo>
                    <a:lnTo>
                      <a:pt x="9540" y="3470"/>
                    </a:lnTo>
                    <a:lnTo>
                      <a:pt x="95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 name="Google Shape;309;p32"/>
              <p:cNvSpPr/>
              <p:nvPr/>
            </p:nvSpPr>
            <p:spPr>
              <a:xfrm>
                <a:off x="5316725" y="3638875"/>
                <a:ext cx="76725" cy="105950"/>
              </a:xfrm>
              <a:custGeom>
                <a:avLst/>
                <a:gdLst/>
                <a:ahLst/>
                <a:cxnLst/>
                <a:rect l="l" t="t" r="r" b="b"/>
                <a:pathLst>
                  <a:path w="3069" h="4238" fill="none" extrusionOk="0">
                    <a:moveTo>
                      <a:pt x="3069" y="1"/>
                    </a:moveTo>
                    <a:cubicBezTo>
                      <a:pt x="1635" y="1035"/>
                      <a:pt x="534" y="2536"/>
                      <a:pt x="0" y="4237"/>
                    </a:cubicBezTo>
                  </a:path>
                </a:pathLst>
              </a:custGeom>
              <a:no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2"/>
              <p:cNvSpPr/>
              <p:nvPr/>
            </p:nvSpPr>
            <p:spPr>
              <a:xfrm>
                <a:off x="5467650" y="3602175"/>
                <a:ext cx="57575" cy="5050"/>
              </a:xfrm>
              <a:custGeom>
                <a:avLst/>
                <a:gdLst/>
                <a:ahLst/>
                <a:cxnLst/>
                <a:rect l="l" t="t" r="r" b="b"/>
                <a:pathLst>
                  <a:path w="2303" h="202" fill="none" extrusionOk="0">
                    <a:moveTo>
                      <a:pt x="2302" y="68"/>
                    </a:moveTo>
                    <a:cubicBezTo>
                      <a:pt x="1535" y="1"/>
                      <a:pt x="768" y="34"/>
                      <a:pt x="1" y="201"/>
                    </a:cubicBezTo>
                  </a:path>
                </a:pathLst>
              </a:custGeom>
              <a:no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2"/>
              <p:cNvSpPr/>
              <p:nvPr/>
            </p:nvSpPr>
            <p:spPr>
              <a:xfrm>
                <a:off x="5602750" y="3629700"/>
                <a:ext cx="10875" cy="6700"/>
              </a:xfrm>
              <a:custGeom>
                <a:avLst/>
                <a:gdLst/>
                <a:ahLst/>
                <a:cxnLst/>
                <a:rect l="l" t="t" r="r" b="b"/>
                <a:pathLst>
                  <a:path w="435" h="268" fill="none" extrusionOk="0">
                    <a:moveTo>
                      <a:pt x="434" y="268"/>
                    </a:moveTo>
                    <a:cubicBezTo>
                      <a:pt x="301" y="201"/>
                      <a:pt x="201" y="101"/>
                      <a:pt x="1" y="1"/>
                    </a:cubicBezTo>
                  </a:path>
                </a:pathLst>
              </a:custGeom>
              <a:no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2"/>
              <p:cNvSpPr/>
              <p:nvPr/>
            </p:nvSpPr>
            <p:spPr>
              <a:xfrm>
                <a:off x="5853775" y="3638875"/>
                <a:ext cx="46725" cy="46725"/>
              </a:xfrm>
              <a:custGeom>
                <a:avLst/>
                <a:gdLst/>
                <a:ahLst/>
                <a:cxnLst/>
                <a:rect l="l" t="t" r="r" b="b"/>
                <a:pathLst>
                  <a:path w="1869" h="1869" fill="none" extrusionOk="0">
                    <a:moveTo>
                      <a:pt x="1868" y="1"/>
                    </a:moveTo>
                    <a:cubicBezTo>
                      <a:pt x="1101" y="468"/>
                      <a:pt x="467" y="1168"/>
                      <a:pt x="0" y="1869"/>
                    </a:cubicBezTo>
                  </a:path>
                </a:pathLst>
              </a:custGeom>
              <a:no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2"/>
              <p:cNvSpPr/>
              <p:nvPr/>
            </p:nvSpPr>
            <p:spPr>
              <a:xfrm>
                <a:off x="5974675" y="3602175"/>
                <a:ext cx="56750" cy="5050"/>
              </a:xfrm>
              <a:custGeom>
                <a:avLst/>
                <a:gdLst/>
                <a:ahLst/>
                <a:cxnLst/>
                <a:rect l="l" t="t" r="r" b="b"/>
                <a:pathLst>
                  <a:path w="2270" h="202" fill="none" extrusionOk="0">
                    <a:moveTo>
                      <a:pt x="2269" y="68"/>
                    </a:moveTo>
                    <a:cubicBezTo>
                      <a:pt x="1535" y="1"/>
                      <a:pt x="735" y="34"/>
                      <a:pt x="1" y="201"/>
                    </a:cubicBezTo>
                  </a:path>
                </a:pathLst>
              </a:custGeom>
              <a:noFill/>
              <a:ln w="285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14" name="Google Shape;314;p32"/>
          <p:cNvSpPr txBox="1">
            <a:spLocks noGrp="1"/>
          </p:cNvSpPr>
          <p:nvPr>
            <p:ph type="subTitle" idx="2"/>
          </p:nvPr>
        </p:nvSpPr>
        <p:spPr>
          <a:xfrm>
            <a:off x="1030500" y="82950"/>
            <a:ext cx="3457800" cy="225950"/>
          </a:xfrm>
          <a:prstGeom prst="rect">
            <a:avLst/>
          </a:prstGeom>
        </p:spPr>
        <p:txBody>
          <a:bodyPr spcFirstLastPara="1" wrap="square" lIns="91425" tIns="0" rIns="91425" bIns="0" anchor="ctr" anchorCtr="0">
            <a:noAutofit/>
          </a:bodyPr>
          <a:lstStyle/>
          <a:p>
            <a:endParaRPr lang="fr-FR" sz="800" kern="100" dirty="0">
              <a:solidFill>
                <a:schemeClr val="bg2"/>
              </a:solidFill>
              <a:effectLst/>
              <a:latin typeface="+mj-lt"/>
              <a:ea typeface="Aptos" panose="020B0004020202020204" pitchFamily="34" charset="0"/>
            </a:endParaRPr>
          </a:p>
        </p:txBody>
      </p:sp>
      <p:sp>
        <p:nvSpPr>
          <p:cNvPr id="7" name="ZoneTexte 6">
            <a:extLst>
              <a:ext uri="{FF2B5EF4-FFF2-40B4-BE49-F238E27FC236}">
                <a16:creationId xmlns:a16="http://schemas.microsoft.com/office/drawing/2014/main" id="{8107546C-6D0C-259B-B069-97BA1C986A27}"/>
              </a:ext>
            </a:extLst>
          </p:cNvPr>
          <p:cNvSpPr txBox="1"/>
          <p:nvPr/>
        </p:nvSpPr>
        <p:spPr>
          <a:xfrm>
            <a:off x="202412" y="4148197"/>
            <a:ext cx="4913988" cy="769441"/>
          </a:xfrm>
          <a:prstGeom prst="rect">
            <a:avLst/>
          </a:prstGeom>
          <a:noFill/>
        </p:spPr>
        <p:txBody>
          <a:bodyPr wrap="square" rtlCol="0">
            <a:spAutoFit/>
          </a:bodyPr>
          <a:lstStyle/>
          <a:p>
            <a:r>
              <a:rPr lang="fr-FR" sz="1200" dirty="0">
                <a:solidFill>
                  <a:schemeClr val="tx1"/>
                </a:solidFill>
              </a:rPr>
              <a:t>      </a:t>
            </a:r>
            <a:r>
              <a:rPr lang="fr-FR" sz="1200" dirty="0">
                <a:solidFill>
                  <a:schemeClr val="accent1"/>
                </a:solidFill>
              </a:rPr>
              <a:t>Rédigé par</a:t>
            </a:r>
            <a:r>
              <a:rPr lang="fr-FR" sz="1200" b="1" dirty="0">
                <a:solidFill>
                  <a:schemeClr val="accent1"/>
                </a:solidFill>
              </a:rPr>
              <a:t> </a:t>
            </a:r>
          </a:p>
          <a:p>
            <a:pPr marL="285750" indent="-285750">
              <a:buFont typeface="Arial" panose="020B0604020202020204" pitchFamily="34" charset="0"/>
              <a:buChar char="•"/>
            </a:pPr>
            <a:r>
              <a:rPr lang="fr-FR" sz="1600" b="1" dirty="0">
                <a:solidFill>
                  <a:schemeClr val="tx1"/>
                </a:solidFill>
              </a:rPr>
              <a:t>DJEUDA TCHAPNGA PAUL HERVE</a:t>
            </a:r>
          </a:p>
          <a:p>
            <a:pPr marL="285750" indent="-285750">
              <a:buFont typeface="Arial" panose="020B0604020202020204" pitchFamily="34" charset="0"/>
              <a:buChar char="•"/>
            </a:pPr>
            <a:r>
              <a:rPr lang="fr-CM" sz="1600" b="1" dirty="0">
                <a:solidFill>
                  <a:schemeClr val="tx1"/>
                </a:solidFill>
              </a:rPr>
              <a:t>GARKA </a:t>
            </a:r>
            <a:r>
              <a:rPr lang="fr-CM" sz="1600" b="1" dirty="0" err="1">
                <a:solidFill>
                  <a:schemeClr val="tx1"/>
                </a:solidFill>
              </a:rPr>
              <a:t>GARKA</a:t>
            </a:r>
            <a:r>
              <a:rPr lang="fr-CM" sz="1600" b="1" dirty="0">
                <a:solidFill>
                  <a:schemeClr val="tx1"/>
                </a:solidFill>
              </a:rPr>
              <a:t> Jules </a:t>
            </a:r>
            <a:r>
              <a:rPr lang="fr-CM" sz="1600" b="1" dirty="0" err="1">
                <a:solidFill>
                  <a:schemeClr val="tx1"/>
                </a:solidFill>
              </a:rPr>
              <a:t>Joel</a:t>
            </a:r>
            <a:r>
              <a:rPr lang="fr-CM" sz="1600" b="1" dirty="0">
                <a:solidFill>
                  <a:schemeClr val="tx1"/>
                </a:solidFill>
              </a:rPr>
              <a:t> </a:t>
            </a:r>
            <a:endParaRPr lang="fr-FR" sz="1600" b="1" dirty="0">
              <a:solidFill>
                <a:schemeClr val="tx1"/>
              </a:solidFill>
            </a:endParaRPr>
          </a:p>
        </p:txBody>
      </p:sp>
      <p:pic>
        <p:nvPicPr>
          <p:cNvPr id="9" name="Image 8">
            <a:extLst>
              <a:ext uri="{FF2B5EF4-FFF2-40B4-BE49-F238E27FC236}">
                <a16:creationId xmlns:a16="http://schemas.microsoft.com/office/drawing/2014/main" id="{F04BCD92-7116-46F2-8A82-6B515AE1AE03}"/>
              </a:ext>
            </a:extLst>
          </p:cNvPr>
          <p:cNvPicPr>
            <a:picLocks noChangeAspect="1"/>
          </p:cNvPicPr>
          <p:nvPr/>
        </p:nvPicPr>
        <p:blipFill>
          <a:blip r:embed="rId3"/>
          <a:stretch>
            <a:fillRect/>
          </a:stretch>
        </p:blipFill>
        <p:spPr>
          <a:xfrm>
            <a:off x="3911276" y="628927"/>
            <a:ext cx="937936" cy="1129787"/>
          </a:xfrm>
          <a:prstGeom prst="rect">
            <a:avLst/>
          </a:prstGeom>
        </p:spPr>
      </p:pic>
      <p:sp>
        <p:nvSpPr>
          <p:cNvPr id="3" name="ZoneTexte 2">
            <a:extLst>
              <a:ext uri="{FF2B5EF4-FFF2-40B4-BE49-F238E27FC236}">
                <a16:creationId xmlns:a16="http://schemas.microsoft.com/office/drawing/2014/main" id="{35364E54-4E43-C486-5160-E57D0950D0D7}"/>
              </a:ext>
            </a:extLst>
          </p:cNvPr>
          <p:cNvSpPr txBox="1"/>
          <p:nvPr/>
        </p:nvSpPr>
        <p:spPr>
          <a:xfrm>
            <a:off x="5116400" y="4312840"/>
            <a:ext cx="4874078" cy="477054"/>
          </a:xfrm>
          <a:prstGeom prst="rect">
            <a:avLst/>
          </a:prstGeom>
          <a:noFill/>
        </p:spPr>
        <p:txBody>
          <a:bodyPr wrap="square">
            <a:spAutoFit/>
          </a:bodyPr>
          <a:lstStyle/>
          <a:p>
            <a:r>
              <a:rPr lang="fr-FR" sz="1100" b="1" dirty="0">
                <a:solidFill>
                  <a:schemeClr val="accent1"/>
                </a:solidFill>
              </a:rPr>
              <a:t>Sous la supervision de  </a:t>
            </a:r>
          </a:p>
          <a:p>
            <a:pPr marL="285750" indent="-285750">
              <a:buFont typeface="Arial" panose="020B0604020202020204" pitchFamily="34" charset="0"/>
              <a:buChar char="•"/>
            </a:pPr>
            <a:r>
              <a:rPr lang="fr-FR" sz="1400" b="1" dirty="0">
                <a:solidFill>
                  <a:schemeClr val="tx1"/>
                </a:solidFill>
              </a:rPr>
              <a:t>M. NGUIMBUS Emmanuel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41"/>
          <p:cNvSpPr txBox="1">
            <a:spLocks noGrp="1"/>
          </p:cNvSpPr>
          <p:nvPr>
            <p:ph type="title"/>
          </p:nvPr>
        </p:nvSpPr>
        <p:spPr>
          <a:xfrm>
            <a:off x="714175" y="460100"/>
            <a:ext cx="7715700" cy="572700"/>
          </a:xfrm>
          <a:prstGeom prst="rect">
            <a:avLst/>
          </a:prstGeom>
        </p:spPr>
        <p:txBody>
          <a:bodyPr spcFirstLastPara="1" wrap="square" lIns="91425" tIns="0" rIns="91425" bIns="0" anchor="t" anchorCtr="0">
            <a:noAutofit/>
          </a:bodyPr>
          <a:lstStyle/>
          <a:p>
            <a:pPr marL="0" lvl="0" indent="0" algn="ctr" rtl="0">
              <a:spcBef>
                <a:spcPts val="0"/>
              </a:spcBef>
              <a:spcAft>
                <a:spcPts val="0"/>
              </a:spcAft>
              <a:buNone/>
            </a:pPr>
            <a:r>
              <a:rPr lang="en" dirty="0"/>
              <a:t>TABLE DE MATIERES</a:t>
            </a:r>
            <a:endParaRPr dirty="0"/>
          </a:p>
        </p:txBody>
      </p:sp>
      <p:sp>
        <p:nvSpPr>
          <p:cNvPr id="672" name="Google Shape;672;p41"/>
          <p:cNvSpPr txBox="1">
            <a:spLocks noGrp="1"/>
          </p:cNvSpPr>
          <p:nvPr>
            <p:ph type="subTitle" idx="1"/>
          </p:nvPr>
        </p:nvSpPr>
        <p:spPr>
          <a:xfrm>
            <a:off x="2354254" y="2430909"/>
            <a:ext cx="1978259" cy="572700"/>
          </a:xfrm>
          <a:prstGeom prst="rect">
            <a:avLst/>
          </a:prstGeom>
        </p:spPr>
        <p:txBody>
          <a:bodyPr spcFirstLastPara="1" wrap="square" lIns="91425" tIns="0" rIns="91425" bIns="0" anchor="t" anchorCtr="0">
            <a:noAutofit/>
          </a:bodyPr>
          <a:lstStyle/>
          <a:p>
            <a:pPr marL="0" lvl="0" indent="0"/>
            <a:r>
              <a:rPr lang="fr-FR" sz="1600" b="1" dirty="0">
                <a:solidFill>
                  <a:schemeClr val="bg2"/>
                </a:solidFill>
                <a:effectLst>
                  <a:outerShdw blurRad="69850" dist="43180" dir="5400000" sx="0" sy="0">
                    <a:srgbClr val="000000">
                      <a:alpha val="65000"/>
                    </a:srgbClr>
                  </a:outerShdw>
                </a:effectLst>
              </a:rPr>
              <a:t>CONTEXTE ET</a:t>
            </a:r>
          </a:p>
          <a:p>
            <a:pPr marL="0" lvl="0" indent="0"/>
            <a:r>
              <a:rPr lang="fr-FR" sz="1600" b="1" dirty="0">
                <a:solidFill>
                  <a:schemeClr val="bg2"/>
                </a:solidFill>
                <a:effectLst>
                  <a:outerShdw blurRad="69850" dist="43180" dir="5400000" sx="0" sy="0">
                    <a:srgbClr val="000000">
                      <a:alpha val="65000"/>
                    </a:srgbClr>
                  </a:outerShdw>
                </a:effectLst>
              </a:rPr>
              <a:t>PROBLEMATIQUE </a:t>
            </a:r>
            <a:endParaRPr lang="fr-FR" sz="1600" dirty="0">
              <a:solidFill>
                <a:schemeClr val="bg2"/>
              </a:solidFill>
            </a:endParaRPr>
          </a:p>
        </p:txBody>
      </p:sp>
      <p:sp>
        <p:nvSpPr>
          <p:cNvPr id="676" name="Google Shape;676;p41"/>
          <p:cNvSpPr txBox="1">
            <a:spLocks noGrp="1"/>
          </p:cNvSpPr>
          <p:nvPr>
            <p:ph type="subTitle" idx="5"/>
          </p:nvPr>
        </p:nvSpPr>
        <p:spPr>
          <a:xfrm>
            <a:off x="4926450" y="2423661"/>
            <a:ext cx="1950900" cy="572700"/>
          </a:xfrm>
          <a:prstGeom prst="rect">
            <a:avLst/>
          </a:prstGeom>
        </p:spPr>
        <p:txBody>
          <a:bodyPr spcFirstLastPara="1" wrap="square" lIns="91425" tIns="0" rIns="91425" bIns="0" anchor="t" anchorCtr="0">
            <a:noAutofit/>
          </a:bodyPr>
          <a:lstStyle/>
          <a:p>
            <a:pPr marL="0" lvl="0" indent="0"/>
            <a:r>
              <a:rPr lang="fr-FR" sz="1800" b="1" dirty="0">
                <a:solidFill>
                  <a:schemeClr val="bg2"/>
                </a:solidFill>
              </a:rPr>
              <a:t>SOLUTION </a:t>
            </a:r>
            <a:endParaRPr sz="1800" dirty="0">
              <a:solidFill>
                <a:schemeClr val="bg2"/>
              </a:solidFill>
            </a:endParaRPr>
          </a:p>
        </p:txBody>
      </p:sp>
      <p:sp>
        <p:nvSpPr>
          <p:cNvPr id="678" name="Google Shape;678;p41"/>
          <p:cNvSpPr/>
          <p:nvPr/>
        </p:nvSpPr>
        <p:spPr>
          <a:xfrm>
            <a:off x="514032" y="1307121"/>
            <a:ext cx="917189" cy="912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4400" dirty="0">
                <a:solidFill>
                  <a:schemeClr val="bg2"/>
                </a:solidFill>
              </a:rPr>
              <a:t> </a:t>
            </a:r>
            <a:r>
              <a:rPr lang="fr-FR" sz="3600" dirty="0">
                <a:solidFill>
                  <a:schemeClr val="bg2"/>
                </a:solidFill>
              </a:rPr>
              <a:t>I</a:t>
            </a:r>
            <a:endParaRPr sz="3600" dirty="0">
              <a:solidFill>
                <a:schemeClr val="bg2"/>
              </a:solidFill>
            </a:endParaRPr>
          </a:p>
        </p:txBody>
      </p:sp>
      <p:sp>
        <p:nvSpPr>
          <p:cNvPr id="679" name="Google Shape;679;p41"/>
          <p:cNvSpPr/>
          <p:nvPr/>
        </p:nvSpPr>
        <p:spPr>
          <a:xfrm>
            <a:off x="2790395" y="1314321"/>
            <a:ext cx="912600" cy="912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3600" dirty="0">
                <a:solidFill>
                  <a:schemeClr val="bg2"/>
                </a:solidFill>
              </a:rPr>
              <a:t> II </a:t>
            </a:r>
            <a:endParaRPr sz="3600" dirty="0">
              <a:solidFill>
                <a:schemeClr val="bg2"/>
              </a:solidFill>
            </a:endParaRPr>
          </a:p>
        </p:txBody>
      </p:sp>
      <p:sp>
        <p:nvSpPr>
          <p:cNvPr id="2" name="Google Shape;680;p41">
            <a:extLst>
              <a:ext uri="{FF2B5EF4-FFF2-40B4-BE49-F238E27FC236}">
                <a16:creationId xmlns:a16="http://schemas.microsoft.com/office/drawing/2014/main" id="{46503B08-0129-0C4E-81BC-3CB88CB8780B}"/>
              </a:ext>
            </a:extLst>
          </p:cNvPr>
          <p:cNvSpPr/>
          <p:nvPr/>
        </p:nvSpPr>
        <p:spPr>
          <a:xfrm>
            <a:off x="5308563" y="1307121"/>
            <a:ext cx="912600" cy="912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4000" dirty="0">
                <a:solidFill>
                  <a:schemeClr val="bg2"/>
                </a:solidFill>
              </a:rPr>
              <a:t>III</a:t>
            </a:r>
            <a:r>
              <a:rPr lang="fr-FR" dirty="0"/>
              <a:t> </a:t>
            </a:r>
            <a:endParaRPr dirty="0"/>
          </a:p>
        </p:txBody>
      </p:sp>
      <p:sp>
        <p:nvSpPr>
          <p:cNvPr id="3" name="Google Shape;680;p41">
            <a:extLst>
              <a:ext uri="{FF2B5EF4-FFF2-40B4-BE49-F238E27FC236}">
                <a16:creationId xmlns:a16="http://schemas.microsoft.com/office/drawing/2014/main" id="{F02A5F10-221D-DA30-54A1-9E0734E44C37}"/>
              </a:ext>
            </a:extLst>
          </p:cNvPr>
          <p:cNvSpPr/>
          <p:nvPr/>
        </p:nvSpPr>
        <p:spPr>
          <a:xfrm>
            <a:off x="7580336" y="1307121"/>
            <a:ext cx="1175755" cy="867862"/>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4000" dirty="0">
                <a:solidFill>
                  <a:schemeClr val="bg2"/>
                </a:solidFill>
              </a:rPr>
              <a:t> IV</a:t>
            </a:r>
            <a:r>
              <a:rPr lang="fr-FR" dirty="0"/>
              <a:t> </a:t>
            </a:r>
            <a:endParaRPr dirty="0"/>
          </a:p>
        </p:txBody>
      </p:sp>
      <p:sp>
        <p:nvSpPr>
          <p:cNvPr id="4" name="Google Shape;676;p41">
            <a:extLst>
              <a:ext uri="{FF2B5EF4-FFF2-40B4-BE49-F238E27FC236}">
                <a16:creationId xmlns:a16="http://schemas.microsoft.com/office/drawing/2014/main" id="{FAE8E5F5-3E5B-23FA-E812-BF78C793DE8C}"/>
              </a:ext>
            </a:extLst>
          </p:cNvPr>
          <p:cNvSpPr txBox="1">
            <a:spLocks/>
          </p:cNvSpPr>
          <p:nvPr/>
        </p:nvSpPr>
        <p:spPr>
          <a:xfrm>
            <a:off x="7155565" y="2402226"/>
            <a:ext cx="1950900" cy="375386"/>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1pPr>
            <a:lvl2pPr marL="914400" marR="0" lvl="1"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2pPr>
            <a:lvl3pPr marL="1371600" marR="0" lvl="2"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3pPr>
            <a:lvl4pPr marL="1828800" marR="0" lvl="3"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4pPr>
            <a:lvl5pPr marL="2286000" marR="0" lvl="4"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5pPr>
            <a:lvl6pPr marL="2743200" marR="0" lvl="5"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6pPr>
            <a:lvl7pPr marL="3200400" marR="0" lvl="6"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7pPr>
            <a:lvl8pPr marL="3657600" marR="0" lvl="7"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8pPr>
            <a:lvl9pPr marL="4114800" marR="0" lvl="8"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9pPr>
          </a:lstStyle>
          <a:p>
            <a:pPr marL="0" indent="0"/>
            <a:r>
              <a:rPr lang="fr-FR" sz="1800" b="1" dirty="0">
                <a:solidFill>
                  <a:schemeClr val="bg2"/>
                </a:solidFill>
              </a:rPr>
              <a:t>   OBJECTIFS</a:t>
            </a:r>
            <a:endParaRPr lang="fr-FR" sz="1800" dirty="0">
              <a:solidFill>
                <a:schemeClr val="bg2"/>
              </a:solidFill>
            </a:endParaRPr>
          </a:p>
        </p:txBody>
      </p:sp>
      <p:sp>
        <p:nvSpPr>
          <p:cNvPr id="5" name="Google Shape;672;p41">
            <a:extLst>
              <a:ext uri="{FF2B5EF4-FFF2-40B4-BE49-F238E27FC236}">
                <a16:creationId xmlns:a16="http://schemas.microsoft.com/office/drawing/2014/main" id="{EF407DE0-D8AF-25A1-F2DF-EF14CCE4A646}"/>
              </a:ext>
            </a:extLst>
          </p:cNvPr>
          <p:cNvSpPr txBox="1">
            <a:spLocks/>
          </p:cNvSpPr>
          <p:nvPr/>
        </p:nvSpPr>
        <p:spPr>
          <a:xfrm>
            <a:off x="-110104" y="2478137"/>
            <a:ext cx="2089021" cy="429343"/>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1pPr>
            <a:lvl2pPr marL="914400" marR="0" lvl="1"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2pPr>
            <a:lvl3pPr marL="1371600" marR="0" lvl="2"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3pPr>
            <a:lvl4pPr marL="1828800" marR="0" lvl="3"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4pPr>
            <a:lvl5pPr marL="2286000" marR="0" lvl="4"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5pPr>
            <a:lvl6pPr marL="2743200" marR="0" lvl="5"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6pPr>
            <a:lvl7pPr marL="3200400" marR="0" lvl="6"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7pPr>
            <a:lvl8pPr marL="3657600" marR="0" lvl="7"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8pPr>
            <a:lvl9pPr marL="4114800" marR="0" lvl="8"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9pPr>
          </a:lstStyle>
          <a:p>
            <a:pPr marL="0" indent="0"/>
            <a:r>
              <a:rPr lang="fr-FR" sz="1600" b="1" dirty="0">
                <a:solidFill>
                  <a:schemeClr val="bg2"/>
                </a:solidFill>
                <a:effectLst>
                  <a:outerShdw blurRad="69850" dist="43180" dir="5400000" sx="0" sy="0">
                    <a:srgbClr val="000000">
                      <a:alpha val="65000"/>
                    </a:srgbClr>
                  </a:outerShdw>
                </a:effectLst>
              </a:rPr>
              <a:t>INTRODUCTION</a:t>
            </a:r>
            <a:endParaRPr lang="fr-FR" sz="1600" dirty="0">
              <a:solidFill>
                <a:schemeClr val="bg2"/>
              </a:solidFill>
            </a:endParaRPr>
          </a:p>
        </p:txBody>
      </p:sp>
      <p:sp>
        <p:nvSpPr>
          <p:cNvPr id="18" name="Google Shape;672;p41">
            <a:extLst>
              <a:ext uri="{FF2B5EF4-FFF2-40B4-BE49-F238E27FC236}">
                <a16:creationId xmlns:a16="http://schemas.microsoft.com/office/drawing/2014/main" id="{F86D8F1C-68FF-9E54-E789-2680C1D0617F}"/>
              </a:ext>
            </a:extLst>
          </p:cNvPr>
          <p:cNvSpPr txBox="1">
            <a:spLocks noGrp="1"/>
          </p:cNvSpPr>
          <p:nvPr>
            <p:ph type="subTitle" idx="1"/>
          </p:nvPr>
        </p:nvSpPr>
        <p:spPr>
          <a:xfrm>
            <a:off x="2301679" y="4112949"/>
            <a:ext cx="1821520" cy="572700"/>
          </a:xfrm>
          <a:prstGeom prst="rect">
            <a:avLst/>
          </a:prstGeom>
        </p:spPr>
        <p:txBody>
          <a:bodyPr spcFirstLastPara="1" wrap="square" lIns="91425" tIns="0" rIns="91425" bIns="0" anchor="t" anchorCtr="0">
            <a:noAutofit/>
          </a:bodyPr>
          <a:lstStyle/>
          <a:p>
            <a:pPr marL="0" lvl="0" indent="0"/>
            <a:r>
              <a:rPr lang="fr-FR" sz="1600" b="1" dirty="0">
                <a:solidFill>
                  <a:schemeClr val="bg2"/>
                </a:solidFill>
                <a:effectLst>
                  <a:outerShdw blurRad="69850" dist="43180" dir="5400000" sx="0" sy="0">
                    <a:srgbClr val="000000">
                      <a:alpha val="65000"/>
                    </a:srgbClr>
                  </a:outerShdw>
                </a:effectLst>
              </a:rPr>
              <a:t>LIVRABLES </a:t>
            </a:r>
            <a:endParaRPr lang="fr-FR" sz="1600" dirty="0">
              <a:solidFill>
                <a:schemeClr val="bg2"/>
              </a:solidFill>
            </a:endParaRPr>
          </a:p>
        </p:txBody>
      </p:sp>
      <p:sp>
        <p:nvSpPr>
          <p:cNvPr id="19" name="Google Shape;676;p41">
            <a:extLst>
              <a:ext uri="{FF2B5EF4-FFF2-40B4-BE49-F238E27FC236}">
                <a16:creationId xmlns:a16="http://schemas.microsoft.com/office/drawing/2014/main" id="{5C919DC4-2CBE-9DC3-6EAC-647F1BCF3657}"/>
              </a:ext>
            </a:extLst>
          </p:cNvPr>
          <p:cNvSpPr txBox="1">
            <a:spLocks noGrp="1"/>
          </p:cNvSpPr>
          <p:nvPr>
            <p:ph type="subTitle" idx="5"/>
          </p:nvPr>
        </p:nvSpPr>
        <p:spPr>
          <a:xfrm>
            <a:off x="4873874" y="4105701"/>
            <a:ext cx="1950900" cy="572700"/>
          </a:xfrm>
          <a:prstGeom prst="rect">
            <a:avLst/>
          </a:prstGeom>
        </p:spPr>
        <p:txBody>
          <a:bodyPr spcFirstLastPara="1" wrap="square" lIns="91425" tIns="0" rIns="91425" bIns="0" anchor="t" anchorCtr="0">
            <a:noAutofit/>
          </a:bodyPr>
          <a:lstStyle/>
          <a:p>
            <a:pPr marL="0" lvl="0" indent="0"/>
            <a:r>
              <a:rPr lang="fr-FR" sz="1800" b="1" dirty="0">
                <a:solidFill>
                  <a:schemeClr val="bg2"/>
                </a:solidFill>
              </a:rPr>
              <a:t>ECHEANCIER</a:t>
            </a:r>
            <a:endParaRPr sz="1800" dirty="0">
              <a:solidFill>
                <a:schemeClr val="bg2"/>
              </a:solidFill>
            </a:endParaRPr>
          </a:p>
        </p:txBody>
      </p:sp>
      <p:sp>
        <p:nvSpPr>
          <p:cNvPr id="20" name="Google Shape;678;p41">
            <a:extLst>
              <a:ext uri="{FF2B5EF4-FFF2-40B4-BE49-F238E27FC236}">
                <a16:creationId xmlns:a16="http://schemas.microsoft.com/office/drawing/2014/main" id="{74040A11-F196-CB99-EC44-4E7AD94A59ED}"/>
              </a:ext>
            </a:extLst>
          </p:cNvPr>
          <p:cNvSpPr/>
          <p:nvPr/>
        </p:nvSpPr>
        <p:spPr>
          <a:xfrm>
            <a:off x="461456" y="2989161"/>
            <a:ext cx="1122649" cy="867862"/>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4400" dirty="0">
                <a:solidFill>
                  <a:schemeClr val="bg2"/>
                </a:solidFill>
              </a:rPr>
              <a:t> V</a:t>
            </a:r>
            <a:endParaRPr sz="3600" dirty="0">
              <a:solidFill>
                <a:schemeClr val="bg2"/>
              </a:solidFill>
            </a:endParaRPr>
          </a:p>
        </p:txBody>
      </p:sp>
      <p:sp>
        <p:nvSpPr>
          <p:cNvPr id="21" name="Google Shape;679;p41">
            <a:extLst>
              <a:ext uri="{FF2B5EF4-FFF2-40B4-BE49-F238E27FC236}">
                <a16:creationId xmlns:a16="http://schemas.microsoft.com/office/drawing/2014/main" id="{BD374024-F5EA-C0FF-F132-A51F90D16F60}"/>
              </a:ext>
            </a:extLst>
          </p:cNvPr>
          <p:cNvSpPr/>
          <p:nvPr/>
        </p:nvSpPr>
        <p:spPr>
          <a:xfrm>
            <a:off x="2737819" y="2996361"/>
            <a:ext cx="1122648" cy="912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3600" dirty="0">
                <a:solidFill>
                  <a:schemeClr val="bg2"/>
                </a:solidFill>
              </a:rPr>
              <a:t> VI </a:t>
            </a:r>
            <a:endParaRPr sz="3600" dirty="0">
              <a:solidFill>
                <a:schemeClr val="bg2"/>
              </a:solidFill>
            </a:endParaRPr>
          </a:p>
        </p:txBody>
      </p:sp>
      <p:sp>
        <p:nvSpPr>
          <p:cNvPr id="22" name="Google Shape;680;p41">
            <a:extLst>
              <a:ext uri="{FF2B5EF4-FFF2-40B4-BE49-F238E27FC236}">
                <a16:creationId xmlns:a16="http://schemas.microsoft.com/office/drawing/2014/main" id="{46F06936-D7C3-DA94-74AE-6916AA8CD838}"/>
              </a:ext>
            </a:extLst>
          </p:cNvPr>
          <p:cNvSpPr/>
          <p:nvPr/>
        </p:nvSpPr>
        <p:spPr>
          <a:xfrm>
            <a:off x="5255986" y="2989161"/>
            <a:ext cx="1175755" cy="912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4000" dirty="0">
                <a:solidFill>
                  <a:schemeClr val="bg2"/>
                </a:solidFill>
              </a:rPr>
              <a:t>VII</a:t>
            </a:r>
            <a:r>
              <a:rPr lang="fr-FR" dirty="0"/>
              <a:t> </a:t>
            </a:r>
            <a:endParaRPr dirty="0"/>
          </a:p>
        </p:txBody>
      </p:sp>
      <p:sp>
        <p:nvSpPr>
          <p:cNvPr id="23" name="Google Shape;680;p41">
            <a:extLst>
              <a:ext uri="{FF2B5EF4-FFF2-40B4-BE49-F238E27FC236}">
                <a16:creationId xmlns:a16="http://schemas.microsoft.com/office/drawing/2014/main" id="{D8E8E302-D1D1-B080-78B4-3DA68801B7BB}"/>
              </a:ext>
            </a:extLst>
          </p:cNvPr>
          <p:cNvSpPr/>
          <p:nvPr/>
        </p:nvSpPr>
        <p:spPr>
          <a:xfrm>
            <a:off x="7155565" y="3089259"/>
            <a:ext cx="1547951" cy="9198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4000" dirty="0">
                <a:solidFill>
                  <a:schemeClr val="bg2"/>
                </a:solidFill>
              </a:rPr>
              <a:t> VIII</a:t>
            </a:r>
            <a:r>
              <a:rPr lang="fr-FR" dirty="0"/>
              <a:t> </a:t>
            </a:r>
            <a:endParaRPr dirty="0"/>
          </a:p>
        </p:txBody>
      </p:sp>
      <p:sp>
        <p:nvSpPr>
          <p:cNvPr id="24" name="Google Shape;676;p41">
            <a:extLst>
              <a:ext uri="{FF2B5EF4-FFF2-40B4-BE49-F238E27FC236}">
                <a16:creationId xmlns:a16="http://schemas.microsoft.com/office/drawing/2014/main" id="{941E3072-EDCA-F50E-CF8F-2835458D1EEB}"/>
              </a:ext>
            </a:extLst>
          </p:cNvPr>
          <p:cNvSpPr txBox="1">
            <a:spLocks/>
          </p:cNvSpPr>
          <p:nvPr/>
        </p:nvSpPr>
        <p:spPr>
          <a:xfrm>
            <a:off x="6950059" y="4164887"/>
            <a:ext cx="1950900" cy="375386"/>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1pPr>
            <a:lvl2pPr marL="914400" marR="0" lvl="1"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2pPr>
            <a:lvl3pPr marL="1371600" marR="0" lvl="2"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3pPr>
            <a:lvl4pPr marL="1828800" marR="0" lvl="3"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4pPr>
            <a:lvl5pPr marL="2286000" marR="0" lvl="4"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5pPr>
            <a:lvl6pPr marL="2743200" marR="0" lvl="5"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6pPr>
            <a:lvl7pPr marL="3200400" marR="0" lvl="6"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7pPr>
            <a:lvl8pPr marL="3657600" marR="0" lvl="7"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8pPr>
            <a:lvl9pPr marL="4114800" marR="0" lvl="8"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9pPr>
          </a:lstStyle>
          <a:p>
            <a:pPr marL="0" indent="0"/>
            <a:r>
              <a:rPr lang="fr-FR" sz="1800" b="1" dirty="0">
                <a:solidFill>
                  <a:schemeClr val="bg2"/>
                </a:solidFill>
              </a:rPr>
              <a:t>    CONCLUSION</a:t>
            </a:r>
            <a:endParaRPr lang="fr-FR" sz="1800" dirty="0">
              <a:solidFill>
                <a:schemeClr val="bg2"/>
              </a:solidFill>
            </a:endParaRPr>
          </a:p>
        </p:txBody>
      </p:sp>
      <p:sp>
        <p:nvSpPr>
          <p:cNvPr id="32" name="Google Shape;676;p41">
            <a:extLst>
              <a:ext uri="{FF2B5EF4-FFF2-40B4-BE49-F238E27FC236}">
                <a16:creationId xmlns:a16="http://schemas.microsoft.com/office/drawing/2014/main" id="{FAE8E5F5-3E5B-23FA-E812-BF78C793DE8C}"/>
              </a:ext>
            </a:extLst>
          </p:cNvPr>
          <p:cNvSpPr txBox="1">
            <a:spLocks/>
          </p:cNvSpPr>
          <p:nvPr/>
        </p:nvSpPr>
        <p:spPr>
          <a:xfrm>
            <a:off x="14297" y="4211606"/>
            <a:ext cx="1950900" cy="375386"/>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1pPr>
            <a:lvl2pPr marL="914400" marR="0" lvl="1"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2pPr>
            <a:lvl3pPr marL="1371600" marR="0" lvl="2"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3pPr>
            <a:lvl4pPr marL="1828800" marR="0" lvl="3"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4pPr>
            <a:lvl5pPr marL="2286000" marR="0" lvl="4"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5pPr>
            <a:lvl6pPr marL="2743200" marR="0" lvl="5"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6pPr>
            <a:lvl7pPr marL="3200400" marR="0" lvl="6"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7pPr>
            <a:lvl8pPr marL="3657600" marR="0" lvl="7"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8pPr>
            <a:lvl9pPr marL="4114800" marR="0" lvl="8" indent="-317500" algn="l" rtl="0">
              <a:lnSpc>
                <a:spcPct val="100000"/>
              </a:lnSpc>
              <a:spcBef>
                <a:spcPts val="0"/>
              </a:spcBef>
              <a:spcAft>
                <a:spcPts val="0"/>
              </a:spcAft>
              <a:buClr>
                <a:schemeClr val="dk1"/>
              </a:buClr>
              <a:buSzPts val="1400"/>
              <a:buFont typeface="Raleway Medium"/>
              <a:buNone/>
              <a:defRPr sz="1400" b="0" i="0" u="none" strike="noStrike" cap="none">
                <a:solidFill>
                  <a:schemeClr val="dk1"/>
                </a:solidFill>
                <a:latin typeface="Raleway Medium"/>
                <a:ea typeface="Raleway Medium"/>
                <a:cs typeface="Raleway Medium"/>
                <a:sym typeface="Raleway Medium"/>
              </a:defRPr>
            </a:lvl9pPr>
          </a:lstStyle>
          <a:p>
            <a:pPr marL="0" indent="0"/>
            <a:r>
              <a:rPr lang="fr-FR" sz="1800" b="1" dirty="0">
                <a:solidFill>
                  <a:schemeClr val="bg2"/>
                </a:solidFill>
              </a:rPr>
              <a:t>   PERIMETRE FONCTIONNEL</a:t>
            </a:r>
            <a:endParaRPr lang="fr-FR" sz="1800" dirty="0">
              <a:solidFill>
                <a:schemeClr val="bg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2067B7-3A77-BC2A-2DD0-3E76EE63F4FB}"/>
              </a:ext>
            </a:extLst>
          </p:cNvPr>
          <p:cNvSpPr>
            <a:spLocks noGrp="1"/>
          </p:cNvSpPr>
          <p:nvPr>
            <p:ph type="title"/>
          </p:nvPr>
        </p:nvSpPr>
        <p:spPr>
          <a:xfrm>
            <a:off x="1653485" y="950207"/>
            <a:ext cx="5669630" cy="371447"/>
          </a:xfrm>
        </p:spPr>
        <p:txBody>
          <a:bodyPr/>
          <a:lstStyle/>
          <a:p>
            <a:pPr algn="ctr"/>
            <a:r>
              <a:rPr lang="fr-FR" sz="1600" dirty="0"/>
              <a:t>INTRODUCTION</a:t>
            </a:r>
          </a:p>
        </p:txBody>
      </p:sp>
      <p:sp>
        <p:nvSpPr>
          <p:cNvPr id="5" name="Sous-titre 4">
            <a:extLst>
              <a:ext uri="{FF2B5EF4-FFF2-40B4-BE49-F238E27FC236}">
                <a16:creationId xmlns:a16="http://schemas.microsoft.com/office/drawing/2014/main" id="{CD7AE151-497E-3696-ED3B-B41AB4E065D0}"/>
              </a:ext>
            </a:extLst>
          </p:cNvPr>
          <p:cNvSpPr>
            <a:spLocks noGrp="1"/>
          </p:cNvSpPr>
          <p:nvPr>
            <p:ph type="subTitle" idx="2"/>
          </p:nvPr>
        </p:nvSpPr>
        <p:spPr/>
        <p:txBody>
          <a:bodyPr/>
          <a:lstStyle/>
          <a:p>
            <a:endParaRPr lang="fr-FR"/>
          </a:p>
        </p:txBody>
      </p:sp>
      <p:sp>
        <p:nvSpPr>
          <p:cNvPr id="4" name="ZoneTexte 3">
            <a:extLst>
              <a:ext uri="{FF2B5EF4-FFF2-40B4-BE49-F238E27FC236}">
                <a16:creationId xmlns:a16="http://schemas.microsoft.com/office/drawing/2014/main" id="{A6100FFB-8647-BEF9-D288-5C2D0CD7B6C1}"/>
              </a:ext>
            </a:extLst>
          </p:cNvPr>
          <p:cNvSpPr txBox="1"/>
          <p:nvPr/>
        </p:nvSpPr>
        <p:spPr>
          <a:xfrm>
            <a:off x="145686" y="1695134"/>
            <a:ext cx="9028739" cy="1938992"/>
          </a:xfrm>
          <a:prstGeom prst="rect">
            <a:avLst/>
          </a:prstGeom>
          <a:noFill/>
        </p:spPr>
        <p:txBody>
          <a:bodyPr wrap="square">
            <a:spAutoFit/>
          </a:bodyPr>
          <a:lstStyle/>
          <a:p>
            <a:r>
              <a:rPr lang="fr-CM" sz="2000" dirty="0">
                <a:latin typeface="Calibri" panose="020F0502020204030204" pitchFamily="34" charset="0"/>
                <a:cs typeface="Times New Roman" panose="02020603050405020304" pitchFamily="18" charset="0"/>
              </a:rPr>
              <a:t>  </a:t>
            </a:r>
            <a:r>
              <a:rPr lang="en-US" sz="2000" dirty="0">
                <a:latin typeface="Calibri" panose="020F0502020204030204" pitchFamily="34" charset="0"/>
                <a:cs typeface="Times New Roman" panose="02020603050405020304" pitchFamily="18" charset="0"/>
              </a:rPr>
              <a:t>La </a:t>
            </a:r>
            <a:r>
              <a:rPr lang="en-US" sz="2000" dirty="0" err="1">
                <a:latin typeface="Calibri" panose="020F0502020204030204" pitchFamily="34" charset="0"/>
                <a:cs typeface="Times New Roman" panose="02020603050405020304" pitchFamily="18" charset="0"/>
              </a:rPr>
              <a:t>synchronisation</a:t>
            </a:r>
            <a:r>
              <a:rPr lang="en-US" sz="2000" dirty="0">
                <a:latin typeface="Calibri" panose="020F0502020204030204" pitchFamily="34" charset="0"/>
                <a:cs typeface="Times New Roman" panose="02020603050405020304" pitchFamily="18" charset="0"/>
              </a:rPr>
              <a:t> </a:t>
            </a:r>
            <a:r>
              <a:rPr lang="en-US" sz="2000" dirty="0" err="1">
                <a:latin typeface="Calibri" panose="020F0502020204030204" pitchFamily="34" charset="0"/>
                <a:cs typeface="Times New Roman" panose="02020603050405020304" pitchFamily="18" charset="0"/>
              </a:rPr>
              <a:t>fiable</a:t>
            </a:r>
            <a:r>
              <a:rPr lang="en-US" sz="2000" dirty="0">
                <a:latin typeface="Calibri" panose="020F0502020204030204" pitchFamily="34" charset="0"/>
                <a:cs typeface="Times New Roman" panose="02020603050405020304" pitchFamily="18" charset="0"/>
              </a:rPr>
              <a:t> des </a:t>
            </a:r>
            <a:r>
              <a:rPr lang="en-US" sz="2000" dirty="0" err="1">
                <a:latin typeface="Calibri" panose="020F0502020204030204" pitchFamily="34" charset="0"/>
                <a:cs typeface="Times New Roman" panose="02020603050405020304" pitchFamily="18" charset="0"/>
              </a:rPr>
              <a:t>fichiers</a:t>
            </a:r>
            <a:r>
              <a:rPr lang="en-US" sz="2000" dirty="0">
                <a:latin typeface="Calibri" panose="020F0502020204030204" pitchFamily="34" charset="0"/>
                <a:cs typeface="Times New Roman" panose="02020603050405020304" pitchFamily="18" charset="0"/>
              </a:rPr>
              <a:t> entre </a:t>
            </a:r>
            <a:r>
              <a:rPr lang="en-US" sz="2000" dirty="0" err="1">
                <a:latin typeface="Calibri" panose="020F0502020204030204" pitchFamily="34" charset="0"/>
                <a:cs typeface="Times New Roman" panose="02020603050405020304" pitchFamily="18" charset="0"/>
              </a:rPr>
              <a:t>plusieurs</a:t>
            </a:r>
            <a:r>
              <a:rPr lang="en-US" sz="2000" dirty="0">
                <a:latin typeface="Calibri" panose="020F0502020204030204" pitchFamily="34" charset="0"/>
                <a:cs typeface="Times New Roman" panose="02020603050405020304" pitchFamily="18" charset="0"/>
              </a:rPr>
              <a:t> machines </a:t>
            </a:r>
            <a:r>
              <a:rPr lang="en-US" sz="2000" dirty="0" err="1">
                <a:latin typeface="Calibri" panose="020F0502020204030204" pitchFamily="34" charset="0"/>
                <a:cs typeface="Times New Roman" panose="02020603050405020304" pitchFamily="18" charset="0"/>
              </a:rPr>
              <a:t>est</a:t>
            </a:r>
            <a:r>
              <a:rPr lang="en-US" sz="2000" dirty="0">
                <a:latin typeface="Calibri" panose="020F0502020204030204" pitchFamily="34" charset="0"/>
                <a:cs typeface="Times New Roman" panose="02020603050405020304" pitchFamily="18" charset="0"/>
              </a:rPr>
              <a:t> un </a:t>
            </a:r>
            <a:r>
              <a:rPr lang="en-US" sz="2000" dirty="0" err="1">
                <a:latin typeface="Calibri" panose="020F0502020204030204" pitchFamily="34" charset="0"/>
                <a:cs typeface="Times New Roman" panose="02020603050405020304" pitchFamily="18" charset="0"/>
              </a:rPr>
              <a:t>enjeu</a:t>
            </a:r>
            <a:r>
              <a:rPr lang="en-US" sz="2000" dirty="0">
                <a:latin typeface="Calibri" panose="020F0502020204030204" pitchFamily="34" charset="0"/>
                <a:cs typeface="Times New Roman" panose="02020603050405020304" pitchFamily="18" charset="0"/>
              </a:rPr>
              <a:t> critique pour la </a:t>
            </a:r>
            <a:r>
              <a:rPr lang="en-US" sz="2000" dirty="0" err="1">
                <a:latin typeface="Calibri" panose="020F0502020204030204" pitchFamily="34" charset="0"/>
                <a:cs typeface="Times New Roman" panose="02020603050405020304" pitchFamily="18" charset="0"/>
              </a:rPr>
              <a:t>disponibilité</a:t>
            </a:r>
            <a:r>
              <a:rPr lang="en-US" sz="2000" dirty="0">
                <a:latin typeface="Calibri" panose="020F0502020204030204" pitchFamily="34" charset="0"/>
                <a:cs typeface="Times New Roman" panose="02020603050405020304" pitchFamily="18" charset="0"/>
              </a:rPr>
              <a:t> des services, </a:t>
            </a:r>
            <a:r>
              <a:rPr lang="en-US" sz="2000" dirty="0" err="1">
                <a:latin typeface="Calibri" panose="020F0502020204030204" pitchFamily="34" charset="0"/>
                <a:cs typeface="Times New Roman" panose="02020603050405020304" pitchFamily="18" charset="0"/>
              </a:rPr>
              <a:t>l’intégrité</a:t>
            </a:r>
            <a:r>
              <a:rPr lang="en-US" sz="2000" dirty="0">
                <a:latin typeface="Calibri" panose="020F0502020204030204" pitchFamily="34" charset="0"/>
                <a:cs typeface="Times New Roman" panose="02020603050405020304" pitchFamily="18" charset="0"/>
              </a:rPr>
              <a:t> des </a:t>
            </a:r>
            <a:r>
              <a:rPr lang="en-US" sz="2000" dirty="0" err="1">
                <a:latin typeface="Calibri" panose="020F0502020204030204" pitchFamily="34" charset="0"/>
                <a:cs typeface="Times New Roman" panose="02020603050405020304" pitchFamily="18" charset="0"/>
              </a:rPr>
              <a:t>données</a:t>
            </a:r>
            <a:r>
              <a:rPr lang="en-US" sz="2000" dirty="0">
                <a:latin typeface="Calibri" panose="020F0502020204030204" pitchFamily="34" charset="0"/>
                <a:cs typeface="Times New Roman" panose="02020603050405020304" pitchFamily="18" charset="0"/>
              </a:rPr>
              <a:t> et la </a:t>
            </a:r>
            <a:r>
              <a:rPr lang="en-US" sz="2000" dirty="0" err="1">
                <a:latin typeface="Calibri" panose="020F0502020204030204" pitchFamily="34" charset="0"/>
                <a:cs typeface="Times New Roman" panose="02020603050405020304" pitchFamily="18" charset="0"/>
              </a:rPr>
              <a:t>continuité</a:t>
            </a:r>
            <a:r>
              <a:rPr lang="en-US" sz="2000" dirty="0">
                <a:latin typeface="Calibri" panose="020F0502020204030204" pitchFamily="34" charset="0"/>
                <a:cs typeface="Times New Roman" panose="02020603050405020304" pitchFamily="18" charset="0"/>
              </a:rPr>
              <a:t> </a:t>
            </a:r>
            <a:r>
              <a:rPr lang="en-US" sz="2000" dirty="0" err="1">
                <a:latin typeface="Calibri" panose="020F0502020204030204" pitchFamily="34" charset="0"/>
                <a:cs typeface="Times New Roman" panose="02020603050405020304" pitchFamily="18" charset="0"/>
              </a:rPr>
              <a:t>d’activité</a:t>
            </a:r>
            <a:r>
              <a:rPr lang="en-US" sz="2000" dirty="0">
                <a:latin typeface="Calibri" panose="020F0502020204030204" pitchFamily="34" charset="0"/>
                <a:cs typeface="Times New Roman" panose="02020603050405020304" pitchFamily="18" charset="0"/>
              </a:rPr>
              <a:t>. </a:t>
            </a:r>
            <a:r>
              <a:rPr lang="en-US" sz="2000" dirty="0" err="1">
                <a:latin typeface="Calibri" panose="020F0502020204030204" pitchFamily="34" charset="0"/>
                <a:cs typeface="Times New Roman" panose="02020603050405020304" pitchFamily="18" charset="0"/>
              </a:rPr>
              <a:t>Dans</a:t>
            </a:r>
            <a:r>
              <a:rPr lang="en-US" sz="2000" dirty="0">
                <a:latin typeface="Calibri" panose="020F0502020204030204" pitchFamily="34" charset="0"/>
                <a:cs typeface="Times New Roman" panose="02020603050405020304" pitchFamily="18" charset="0"/>
              </a:rPr>
              <a:t> de </a:t>
            </a:r>
            <a:r>
              <a:rPr lang="en-US" sz="2000" dirty="0" err="1">
                <a:latin typeface="Calibri" panose="020F0502020204030204" pitchFamily="34" charset="0"/>
                <a:cs typeface="Times New Roman" panose="02020603050405020304" pitchFamily="18" charset="0"/>
              </a:rPr>
              <a:t>nombreux</a:t>
            </a:r>
            <a:r>
              <a:rPr lang="en-US" sz="2000" dirty="0">
                <a:latin typeface="Calibri" panose="020F0502020204030204" pitchFamily="34" charset="0"/>
                <a:cs typeface="Times New Roman" panose="02020603050405020304" pitchFamily="18" charset="0"/>
              </a:rPr>
              <a:t> </a:t>
            </a:r>
            <a:r>
              <a:rPr lang="en-US" sz="2000" dirty="0" err="1">
                <a:latin typeface="Calibri" panose="020F0502020204030204" pitchFamily="34" charset="0"/>
                <a:cs typeface="Times New Roman" panose="02020603050405020304" pitchFamily="18" charset="0"/>
              </a:rPr>
              <a:t>environnements</a:t>
            </a:r>
            <a:r>
              <a:rPr lang="en-US" sz="2000" dirty="0">
                <a:latin typeface="Calibri" panose="020F0502020204030204" pitchFamily="34" charset="0"/>
                <a:cs typeface="Times New Roman" panose="02020603050405020304" pitchFamily="18" charset="0"/>
              </a:rPr>
              <a:t>, les solutions </a:t>
            </a:r>
            <a:r>
              <a:rPr lang="en-US" sz="2000" dirty="0" err="1">
                <a:latin typeface="Calibri" panose="020F0502020204030204" pitchFamily="34" charset="0"/>
                <a:cs typeface="Times New Roman" panose="02020603050405020304" pitchFamily="18" charset="0"/>
              </a:rPr>
              <a:t>existantes</a:t>
            </a:r>
            <a:r>
              <a:rPr lang="en-US" sz="2000" dirty="0">
                <a:latin typeface="Calibri" panose="020F0502020204030204" pitchFamily="34" charset="0"/>
                <a:cs typeface="Times New Roman" panose="02020603050405020304" pitchFamily="18" charset="0"/>
              </a:rPr>
              <a:t> </a:t>
            </a:r>
            <a:r>
              <a:rPr lang="en-US" sz="2000" dirty="0" err="1">
                <a:latin typeface="Calibri" panose="020F0502020204030204" pitchFamily="34" charset="0"/>
                <a:cs typeface="Times New Roman" panose="02020603050405020304" pitchFamily="18" charset="0"/>
              </a:rPr>
              <a:t>sont</a:t>
            </a:r>
            <a:r>
              <a:rPr lang="en-US" sz="2000" dirty="0">
                <a:latin typeface="Calibri" panose="020F0502020204030204" pitchFamily="34" charset="0"/>
                <a:cs typeface="Times New Roman" panose="02020603050405020304" pitchFamily="18" charset="0"/>
              </a:rPr>
              <a:t> trop </a:t>
            </a:r>
            <a:r>
              <a:rPr lang="en-US" sz="2000" dirty="0" err="1">
                <a:latin typeface="Calibri" panose="020F0502020204030204" pitchFamily="34" charset="0"/>
                <a:cs typeface="Times New Roman" panose="02020603050405020304" pitchFamily="18" charset="0"/>
              </a:rPr>
              <a:t>lourdes</a:t>
            </a:r>
            <a:r>
              <a:rPr lang="en-US" sz="2000" dirty="0">
                <a:latin typeface="Calibri" panose="020F0502020204030204" pitchFamily="34" charset="0"/>
                <a:cs typeface="Times New Roman" panose="02020603050405020304" pitchFamily="18" charset="0"/>
              </a:rPr>
              <a:t>, trop complexes </a:t>
            </a:r>
            <a:r>
              <a:rPr lang="en-US" sz="2000" dirty="0" err="1">
                <a:latin typeface="Calibri" panose="020F0502020204030204" pitchFamily="34" charset="0"/>
                <a:cs typeface="Times New Roman" panose="02020603050405020304" pitchFamily="18" charset="0"/>
              </a:rPr>
              <a:t>ou</a:t>
            </a:r>
            <a:r>
              <a:rPr lang="en-US" sz="2000" dirty="0">
                <a:latin typeface="Calibri" panose="020F0502020204030204" pitchFamily="34" charset="0"/>
                <a:cs typeface="Times New Roman" panose="02020603050405020304" pitchFamily="18" charset="0"/>
              </a:rPr>
              <a:t> </a:t>
            </a:r>
            <a:r>
              <a:rPr lang="en-US" sz="2000" dirty="0" err="1">
                <a:latin typeface="Calibri" panose="020F0502020204030204" pitchFamily="34" charset="0"/>
                <a:cs typeface="Times New Roman" panose="02020603050405020304" pitchFamily="18" charset="0"/>
              </a:rPr>
              <a:t>inadaptées</a:t>
            </a:r>
            <a:r>
              <a:rPr lang="en-US" sz="2000" dirty="0">
                <a:latin typeface="Calibri" panose="020F0502020204030204" pitchFamily="34" charset="0"/>
                <a:cs typeface="Times New Roman" panose="02020603050405020304" pitchFamily="18" charset="0"/>
              </a:rPr>
              <a:t> à des </a:t>
            </a:r>
            <a:r>
              <a:rPr lang="en-US" sz="2000" dirty="0" err="1">
                <a:latin typeface="Calibri" panose="020F0502020204030204" pitchFamily="34" charset="0"/>
                <a:cs typeface="Times New Roman" panose="02020603050405020304" pitchFamily="18" charset="0"/>
              </a:rPr>
              <a:t>cas</a:t>
            </a:r>
            <a:r>
              <a:rPr lang="en-US" sz="2000" dirty="0">
                <a:latin typeface="Calibri" panose="020F0502020204030204" pitchFamily="34" charset="0"/>
                <a:cs typeface="Times New Roman" panose="02020603050405020304" pitchFamily="18" charset="0"/>
              </a:rPr>
              <a:t> </a:t>
            </a:r>
            <a:r>
              <a:rPr lang="en-US" sz="2000" dirty="0" err="1">
                <a:latin typeface="Calibri" panose="020F0502020204030204" pitchFamily="34" charset="0"/>
                <a:cs typeface="Times New Roman" panose="02020603050405020304" pitchFamily="18" charset="0"/>
              </a:rPr>
              <a:t>d’usage</a:t>
            </a:r>
            <a:r>
              <a:rPr lang="en-US" sz="2000" dirty="0">
                <a:latin typeface="Calibri" panose="020F0502020204030204" pitchFamily="34" charset="0"/>
                <a:cs typeface="Times New Roman" panose="02020603050405020304" pitchFamily="18" charset="0"/>
              </a:rPr>
              <a:t> simples </a:t>
            </a:r>
            <a:r>
              <a:rPr lang="en-US" sz="2000" dirty="0" err="1">
                <a:latin typeface="Calibri" panose="020F0502020204030204" pitchFamily="34" charset="0"/>
                <a:cs typeface="Times New Roman" panose="02020603050405020304" pitchFamily="18" charset="0"/>
              </a:rPr>
              <a:t>nécessitant</a:t>
            </a:r>
            <a:r>
              <a:rPr lang="en-US" sz="2000" dirty="0">
                <a:latin typeface="Calibri" panose="020F0502020204030204" pitchFamily="34" charset="0"/>
                <a:cs typeface="Times New Roman" panose="02020603050405020304" pitchFamily="18" charset="0"/>
              </a:rPr>
              <a:t> </a:t>
            </a:r>
            <a:r>
              <a:rPr lang="en-US" sz="2000" dirty="0" err="1">
                <a:latin typeface="Calibri" panose="020F0502020204030204" pitchFamily="34" charset="0"/>
                <a:cs typeface="Times New Roman" panose="02020603050405020304" pitchFamily="18" charset="0"/>
              </a:rPr>
              <a:t>rapidité</a:t>
            </a:r>
            <a:r>
              <a:rPr lang="en-US" sz="2000" dirty="0">
                <a:latin typeface="Calibri" panose="020F0502020204030204" pitchFamily="34" charset="0"/>
                <a:cs typeface="Times New Roman" panose="02020603050405020304" pitchFamily="18" charset="0"/>
              </a:rPr>
              <a:t>, </a:t>
            </a:r>
            <a:r>
              <a:rPr lang="en-US" sz="2000" dirty="0" err="1">
                <a:latin typeface="Calibri" panose="020F0502020204030204" pitchFamily="34" charset="0"/>
                <a:cs typeface="Times New Roman" panose="02020603050405020304" pitchFamily="18" charset="0"/>
              </a:rPr>
              <a:t>sécurité</a:t>
            </a:r>
            <a:r>
              <a:rPr lang="en-US" sz="2000" dirty="0">
                <a:latin typeface="Calibri" panose="020F0502020204030204" pitchFamily="34" charset="0"/>
                <a:cs typeface="Times New Roman" panose="02020603050405020304" pitchFamily="18" charset="0"/>
              </a:rPr>
              <a:t> et </a:t>
            </a:r>
            <a:r>
              <a:rPr lang="en-US" sz="2000" dirty="0" err="1">
                <a:latin typeface="Calibri" panose="020F0502020204030204" pitchFamily="34" charset="0"/>
                <a:cs typeface="Times New Roman" panose="02020603050405020304" pitchFamily="18" charset="0"/>
              </a:rPr>
              <a:t>facilité</a:t>
            </a:r>
            <a:r>
              <a:rPr lang="en-US" sz="2000" dirty="0">
                <a:latin typeface="Calibri" panose="020F0502020204030204" pitchFamily="34" charset="0"/>
                <a:cs typeface="Times New Roman" panose="02020603050405020304" pitchFamily="18" charset="0"/>
              </a:rPr>
              <a:t> </a:t>
            </a:r>
            <a:r>
              <a:rPr lang="en-US" sz="2000" dirty="0" err="1">
                <a:latin typeface="Calibri" panose="020F0502020204030204" pitchFamily="34" charset="0"/>
                <a:cs typeface="Times New Roman" panose="02020603050405020304" pitchFamily="18" charset="0"/>
              </a:rPr>
              <a:t>d'administration</a:t>
            </a:r>
            <a:r>
              <a:rPr lang="en-US" sz="2000" dirty="0">
                <a:latin typeface="Calibri" panose="020F0502020204030204" pitchFamily="34" charset="0"/>
                <a:cs typeface="Times New Roman" panose="02020603050405020304" pitchFamily="18" charset="0"/>
              </a:rPr>
              <a:t>.</a:t>
            </a:r>
            <a:endParaRPr lang="fr-FR" sz="2000" dirty="0">
              <a:latin typeface="Calibri" panose="020F0502020204030204" pitchFamily="34" charset="0"/>
              <a:cs typeface="Times New Roman" panose="02020603050405020304" pitchFamily="18" charset="0"/>
            </a:endParaRPr>
          </a:p>
          <a:p>
            <a:r>
              <a:rPr lang="en-US" sz="2000" dirty="0">
                <a:latin typeface="Calibri" panose="020F0502020204030204" pitchFamily="34" charset="0"/>
                <a:cs typeface="Times New Roman" panose="02020603050405020304" pitchFamily="18" charset="0"/>
              </a:rPr>
              <a:t> </a:t>
            </a:r>
            <a:endParaRPr lang="fr-CM" sz="20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0405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54" name="Google Shape;554;p38"/>
          <p:cNvSpPr txBox="1"/>
          <p:nvPr/>
        </p:nvSpPr>
        <p:spPr>
          <a:xfrm>
            <a:off x="1046455" y="1855993"/>
            <a:ext cx="7051089" cy="2450127"/>
          </a:xfrm>
          <a:prstGeom prst="rect">
            <a:avLst/>
          </a:prstGeom>
          <a:noFill/>
          <a:ln>
            <a:noFill/>
          </a:ln>
        </p:spPr>
        <p:txBody>
          <a:bodyPr spcFirstLastPara="1" wrap="square" lIns="91425" tIns="0" rIns="91425" bIns="0" anchor="t" anchorCtr="0">
            <a:noAutofit/>
          </a:bodyPr>
          <a:lstStyle/>
          <a:p>
            <a:pPr algn="ctr">
              <a:buClr>
                <a:schemeClr val="accent2"/>
              </a:buClr>
              <a:buSzPts val="12000"/>
            </a:pPr>
            <a:r>
              <a:rPr lang="fr-CM" sz="3200" b="1" dirty="0">
                <a:solidFill>
                  <a:schemeClr val="accent2"/>
                </a:solidFill>
                <a:latin typeface="Viga"/>
                <a:sym typeface="Viga"/>
              </a:rPr>
              <a:t>DESCRIPTION DU CONTEXTE</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indent="180340">
              <a:lnSpc>
                <a:spcPct val="150000"/>
              </a:lnSpc>
              <a:spcBef>
                <a:spcPts val="200"/>
              </a:spcBef>
            </a:pPr>
            <a:endParaRPr lang="fr-CM"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7" name="Google Shape;557;p38"/>
          <p:cNvSpPr txBox="1"/>
          <p:nvPr/>
        </p:nvSpPr>
        <p:spPr>
          <a:xfrm>
            <a:off x="5326868" y="3170932"/>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FE9C8153-899D-221C-BBB9-4A8DF71A557D}"/>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33DD5AA6-DE6A-4776-C87F-045310A046F1}"/>
              </a:ext>
            </a:extLst>
          </p:cNvPr>
          <p:cNvSpPr txBox="1"/>
          <p:nvPr/>
        </p:nvSpPr>
        <p:spPr>
          <a:xfrm>
            <a:off x="623899" y="221534"/>
            <a:ext cx="7896202" cy="3871974"/>
          </a:xfrm>
          <a:prstGeom prst="rect">
            <a:avLst/>
          </a:prstGeom>
          <a:noFill/>
          <a:ln>
            <a:noFill/>
          </a:ln>
        </p:spPr>
        <p:txBody>
          <a:bodyPr spcFirstLastPara="1" wrap="square" lIns="91425" tIns="0" rIns="91425" bIns="0" anchor="t" anchorCtr="0">
            <a:noAutofit/>
          </a:bodyPr>
          <a:lstStyle/>
          <a:p>
            <a:pPr algn="ctr">
              <a:buClr>
                <a:schemeClr val="accent2"/>
              </a:buClr>
              <a:buSzPts val="12000"/>
            </a:pPr>
            <a:r>
              <a:rPr lang="fr-CM" sz="1600" b="1" dirty="0">
                <a:solidFill>
                  <a:schemeClr val="accent2"/>
                </a:solidFill>
                <a:latin typeface="Viga"/>
                <a:sym typeface="Viga"/>
              </a:rPr>
              <a:t>DESCRIPTION DU CONTEXTE</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50000"/>
              </a:lnSpc>
              <a:spcAft>
                <a:spcPts val="800"/>
              </a:spcAft>
              <a:buSzPts val="1000"/>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Les </a:t>
            </a:r>
            <a:r>
              <a:rPr lang="en-US" sz="1800" dirty="0" err="1">
                <a:latin typeface="Calibri" panose="020F0502020204030204" pitchFamily="34" charset="0"/>
                <a:ea typeface="Calibri" panose="020F0502020204030204" pitchFamily="34" charset="0"/>
                <a:cs typeface="Times New Roman" panose="02020603050405020304" pitchFamily="18" charset="0"/>
              </a:rPr>
              <a:t>systèmes</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traditionnels</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centralisés</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présentent</a:t>
            </a:r>
            <a:r>
              <a:rPr lang="en-US" sz="1800" dirty="0">
                <a:latin typeface="Calibri" panose="020F0502020204030204" pitchFamily="34" charset="0"/>
                <a:ea typeface="Calibri" panose="020F0502020204030204" pitchFamily="34" charset="0"/>
                <a:cs typeface="Times New Roman" panose="02020603050405020304" pitchFamily="18" charset="0"/>
              </a:rPr>
              <a:t> un </a:t>
            </a:r>
            <a:r>
              <a:rPr lang="en-US" sz="1800" dirty="0" err="1">
                <a:latin typeface="Calibri" panose="020F0502020204030204" pitchFamily="34" charset="0"/>
                <a:ea typeface="Calibri" panose="020F0502020204030204" pitchFamily="34" charset="0"/>
                <a:cs typeface="Times New Roman" panose="02020603050405020304" pitchFamily="18" charset="0"/>
              </a:rPr>
              <a:t>risque</a:t>
            </a:r>
            <a:r>
              <a:rPr lang="en-US" sz="1800" dirty="0">
                <a:latin typeface="Calibri" panose="020F0502020204030204" pitchFamily="34" charset="0"/>
                <a:ea typeface="Calibri" panose="020F0502020204030204" pitchFamily="34" charset="0"/>
                <a:cs typeface="Times New Roman" panose="02020603050405020304" pitchFamily="18" charset="0"/>
              </a:rPr>
              <a:t> de point de </a:t>
            </a:r>
            <a:r>
              <a:rPr lang="en-US" sz="1800" dirty="0" err="1">
                <a:latin typeface="Calibri" panose="020F0502020204030204" pitchFamily="34" charset="0"/>
                <a:ea typeface="Calibri" panose="020F0502020204030204" pitchFamily="34" charset="0"/>
                <a:cs typeface="Times New Roman" panose="02020603050405020304" pitchFamily="18" charset="0"/>
              </a:rPr>
              <a:t>défaillance</a:t>
            </a:r>
            <a:r>
              <a:rPr lang="en-US" sz="1800" dirty="0">
                <a:latin typeface="Calibri" panose="020F0502020204030204" pitchFamily="34" charset="0"/>
                <a:ea typeface="Calibri" panose="020F0502020204030204" pitchFamily="34" charset="0"/>
                <a:cs typeface="Times New Roman" panose="02020603050405020304" pitchFamily="18" charset="0"/>
              </a:rPr>
              <a:t> unique (Single Point of Failure) et exigent </a:t>
            </a:r>
            <a:r>
              <a:rPr lang="en-US" sz="1800" dirty="0" err="1">
                <a:latin typeface="Calibri" panose="020F0502020204030204" pitchFamily="34" charset="0"/>
                <a:ea typeface="Calibri" panose="020F0502020204030204" pitchFamily="34" charset="0"/>
                <a:cs typeface="Times New Roman" panose="02020603050405020304" pitchFamily="18" charset="0"/>
              </a:rPr>
              <a:t>une</a:t>
            </a:r>
            <a:r>
              <a:rPr lang="en-US" sz="1800" dirty="0">
                <a:latin typeface="Calibri" panose="020F0502020204030204" pitchFamily="34" charset="0"/>
                <a:ea typeface="Calibri" panose="020F0502020204030204" pitchFamily="34" charset="0"/>
                <a:cs typeface="Times New Roman" panose="02020603050405020304" pitchFamily="18" charset="0"/>
              </a:rPr>
              <a:t> maintenance </a:t>
            </a:r>
            <a:r>
              <a:rPr lang="en-US" sz="1800" dirty="0" err="1">
                <a:latin typeface="Calibri" panose="020F0502020204030204" pitchFamily="34" charset="0"/>
                <a:ea typeface="Calibri" panose="020F0502020204030204" pitchFamily="34" charset="0"/>
                <a:cs typeface="Times New Roman" panose="02020603050405020304" pitchFamily="18" charset="0"/>
              </a:rPr>
              <a:t>constante</a:t>
            </a:r>
            <a:r>
              <a:rPr lang="en-US" sz="1800" dirty="0">
                <a:latin typeface="Calibri" panose="020F0502020204030204" pitchFamily="34" charset="0"/>
                <a:ea typeface="Calibri" panose="020F0502020204030204" pitchFamily="34" charset="0"/>
                <a:cs typeface="Times New Roman" panose="02020603050405020304" pitchFamily="18" charset="0"/>
              </a:rPr>
              <a:t>. De plus, la </a:t>
            </a:r>
            <a:r>
              <a:rPr lang="en-US" sz="1800" dirty="0" err="1">
                <a:latin typeface="Calibri" panose="020F0502020204030204" pitchFamily="34" charset="0"/>
                <a:ea typeface="Calibri" panose="020F0502020204030204" pitchFamily="34" charset="0"/>
                <a:cs typeface="Times New Roman" panose="02020603050405020304" pitchFamily="18" charset="0"/>
              </a:rPr>
              <a:t>synchronisation</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manuelle</a:t>
            </a:r>
            <a:r>
              <a:rPr lang="en-US" sz="1800" dirty="0">
                <a:latin typeface="Calibri" panose="020F0502020204030204" pitchFamily="34" charset="0"/>
                <a:ea typeface="Calibri" panose="020F0502020204030204" pitchFamily="34" charset="0"/>
                <a:cs typeface="Times New Roman" panose="02020603050405020304" pitchFamily="18" charset="0"/>
              </a:rPr>
              <a:t> est source </a:t>
            </a:r>
            <a:r>
              <a:rPr lang="en-US" sz="1800" dirty="0" err="1">
                <a:latin typeface="Calibri" panose="020F0502020204030204" pitchFamily="34" charset="0"/>
                <a:ea typeface="Calibri" panose="020F0502020204030204" pitchFamily="34" charset="0"/>
                <a:cs typeface="Times New Roman" panose="02020603050405020304" pitchFamily="18" charset="0"/>
              </a:rPr>
              <a:t>d’erreurs</a:t>
            </a:r>
            <a:r>
              <a:rPr lang="en-US" sz="1800" dirty="0">
                <a:latin typeface="Calibri" panose="020F0502020204030204" pitchFamily="34" charset="0"/>
                <a:ea typeface="Calibri" panose="020F0502020204030204" pitchFamily="34" charset="0"/>
                <a:cs typeface="Times New Roman" panose="02020603050405020304" pitchFamily="18" charset="0"/>
              </a:rPr>
              <a:t> et ne </a:t>
            </a:r>
            <a:r>
              <a:rPr lang="en-US" sz="1800" dirty="0" err="1">
                <a:latin typeface="Calibri" panose="020F0502020204030204" pitchFamily="34" charset="0"/>
                <a:ea typeface="Calibri" panose="020F0502020204030204" pitchFamily="34" charset="0"/>
                <a:cs typeface="Times New Roman" panose="02020603050405020304" pitchFamily="18" charset="0"/>
              </a:rPr>
              <a:t>permet</a:t>
            </a:r>
            <a:r>
              <a:rPr lang="en-US" sz="1800" dirty="0">
                <a:latin typeface="Calibri" panose="020F0502020204030204" pitchFamily="34" charset="0"/>
                <a:ea typeface="Calibri" panose="020F0502020204030204" pitchFamily="34" charset="0"/>
                <a:cs typeface="Times New Roman" panose="02020603050405020304" pitchFamily="18" charset="0"/>
              </a:rPr>
              <a:t> pas de </a:t>
            </a:r>
            <a:r>
              <a:rPr lang="en-US" sz="1800" dirty="0" err="1">
                <a:latin typeface="Calibri" panose="020F0502020204030204" pitchFamily="34" charset="0"/>
                <a:ea typeface="Calibri" panose="020F0502020204030204" pitchFamily="34" charset="0"/>
                <a:cs typeface="Times New Roman" panose="02020603050405020304" pitchFamily="18" charset="0"/>
              </a:rPr>
              <a:t>réagir</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en</a:t>
            </a:r>
            <a:r>
              <a:rPr lang="en-US" sz="1800" dirty="0">
                <a:latin typeface="Calibri" panose="020F0502020204030204" pitchFamily="34" charset="0"/>
                <a:ea typeface="Calibri" panose="020F0502020204030204" pitchFamily="34" charset="0"/>
                <a:cs typeface="Times New Roman" panose="02020603050405020304" pitchFamily="18" charset="0"/>
              </a:rPr>
              <a:t> temps </a:t>
            </a:r>
            <a:r>
              <a:rPr lang="en-US" sz="1800" dirty="0" err="1">
                <a:latin typeface="Calibri" panose="020F0502020204030204" pitchFamily="34" charset="0"/>
                <a:ea typeface="Calibri" panose="020F0502020204030204" pitchFamily="34" charset="0"/>
                <a:cs typeface="Times New Roman" panose="02020603050405020304" pitchFamily="18" charset="0"/>
              </a:rPr>
              <a:t>réel</a:t>
            </a:r>
            <a:r>
              <a:rPr lang="en-US" sz="1800" dirty="0">
                <a:latin typeface="Calibri" panose="020F0502020204030204" pitchFamily="34" charset="0"/>
                <a:ea typeface="Calibri" panose="020F0502020204030204" pitchFamily="34" charset="0"/>
                <a:cs typeface="Times New Roman" panose="02020603050405020304" pitchFamily="18" charset="0"/>
              </a:rPr>
              <a:t> aux modifications.</a:t>
            </a:r>
          </a:p>
          <a:p>
            <a:pPr>
              <a:lnSpc>
                <a:spcPct val="150000"/>
              </a:lnSpc>
              <a:spcAft>
                <a:spcPts val="800"/>
              </a:spcAft>
              <a:buSzPts val="1000"/>
              <a:tabLst>
                <a:tab pos="457200" algn="l"/>
              </a:tabLst>
            </a:pP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800"/>
              </a:spcAft>
              <a:buSzPts val="1000"/>
              <a:tabLst>
                <a:tab pos="457200" algn="l"/>
              </a:tabLst>
            </a:pPr>
            <a:endParaRPr lang="fr-CM"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27AB4C3D-3E06-0661-6C97-1709041EC9BC}"/>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9F24AF1E-B113-A377-804D-6EB6BB72B351}"/>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2041280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54" name="Google Shape;554;p38"/>
          <p:cNvSpPr txBox="1"/>
          <p:nvPr/>
        </p:nvSpPr>
        <p:spPr>
          <a:xfrm>
            <a:off x="1046455" y="1855993"/>
            <a:ext cx="7051089" cy="2450127"/>
          </a:xfrm>
          <a:prstGeom prst="rect">
            <a:avLst/>
          </a:prstGeom>
          <a:noFill/>
          <a:ln>
            <a:noFill/>
          </a:ln>
        </p:spPr>
        <p:txBody>
          <a:bodyPr spcFirstLastPara="1" wrap="square" lIns="91425" tIns="0" rIns="91425" bIns="0" anchor="t" anchorCtr="0">
            <a:noAutofit/>
          </a:bodyPr>
          <a:lstStyle/>
          <a:p>
            <a:pPr algn="ctr"/>
            <a:r>
              <a:rPr lang="en-US" sz="3200" b="1" dirty="0">
                <a:solidFill>
                  <a:schemeClr val="accent2"/>
                </a:solidFill>
                <a:latin typeface="Viga"/>
              </a:rPr>
              <a:t>P</a:t>
            </a:r>
            <a:r>
              <a:rPr lang="fr-FR" sz="3200" b="1" dirty="0">
                <a:solidFill>
                  <a:schemeClr val="accent2"/>
                </a:solidFill>
                <a:latin typeface="Viga"/>
              </a:rPr>
              <a:t>ROBLEMATIQUE</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indent="180340">
              <a:lnSpc>
                <a:spcPct val="150000"/>
              </a:lnSpc>
              <a:spcBef>
                <a:spcPts val="200"/>
              </a:spcBef>
            </a:pPr>
            <a:endParaRPr lang="fr-CM"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7" name="Google Shape;557;p38"/>
          <p:cNvSpPr txBox="1"/>
          <p:nvPr/>
        </p:nvSpPr>
        <p:spPr>
          <a:xfrm>
            <a:off x="5326868" y="3170932"/>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4117856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FE9C8153-899D-221C-BBB9-4A8DF71A557D}"/>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33DD5AA6-DE6A-4776-C87F-045310A046F1}"/>
              </a:ext>
            </a:extLst>
          </p:cNvPr>
          <p:cNvSpPr txBox="1"/>
          <p:nvPr/>
        </p:nvSpPr>
        <p:spPr>
          <a:xfrm>
            <a:off x="717959" y="623186"/>
            <a:ext cx="7051089" cy="3871974"/>
          </a:xfrm>
          <a:prstGeom prst="rect">
            <a:avLst/>
          </a:prstGeom>
          <a:noFill/>
          <a:ln>
            <a:noFill/>
          </a:ln>
        </p:spPr>
        <p:txBody>
          <a:bodyPr spcFirstLastPara="1" wrap="square" lIns="91425" tIns="0" rIns="91425" bIns="0" anchor="t" anchorCtr="0">
            <a:noAutofit/>
          </a:bodyPr>
          <a:lstStyle/>
          <a:p>
            <a:pPr algn="ctr">
              <a:buClr>
                <a:schemeClr val="accent2"/>
              </a:buClr>
              <a:buSzPts val="12000"/>
            </a:pPr>
            <a:r>
              <a:rPr lang="fr-CM" sz="1600" b="1" dirty="0">
                <a:solidFill>
                  <a:schemeClr val="accent2"/>
                </a:solidFill>
                <a:latin typeface="Viga"/>
                <a:sym typeface="Viga"/>
              </a:rPr>
              <a:t>PROBLEMATIQUE</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50000"/>
              </a:lnSpc>
              <a:spcAft>
                <a:spcPts val="800"/>
              </a:spcAft>
              <a:buSzPts val="1000"/>
              <a:tabLst>
                <a:tab pos="457200" algn="l"/>
              </a:tabLst>
            </a:pPr>
            <a:r>
              <a:rPr lang="en-US" sz="1800" dirty="0">
                <a:latin typeface="Calibri" panose="020F0502020204030204" pitchFamily="34" charset="0"/>
                <a:ea typeface="Calibri" panose="020F0502020204030204" pitchFamily="34" charset="0"/>
                <a:cs typeface="Times New Roman" panose="02020603050405020304" pitchFamily="18" charset="0"/>
              </a:rPr>
              <a:t>    Comment assurer </a:t>
            </a:r>
            <a:r>
              <a:rPr lang="en-US" sz="1800" dirty="0" err="1">
                <a:latin typeface="Calibri" panose="020F0502020204030204" pitchFamily="34" charset="0"/>
                <a:ea typeface="Calibri" panose="020F0502020204030204" pitchFamily="34" charset="0"/>
                <a:cs typeface="Times New Roman" panose="02020603050405020304" pitchFamily="18" charset="0"/>
              </a:rPr>
              <a:t>une</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réplication</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automatique</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sécurisée</a:t>
            </a:r>
            <a:r>
              <a:rPr lang="en-US" sz="1800" dirty="0">
                <a:latin typeface="Calibri" panose="020F0502020204030204" pitchFamily="34" charset="0"/>
                <a:ea typeface="Calibri" panose="020F0502020204030204" pitchFamily="34" charset="0"/>
                <a:cs typeface="Times New Roman" panose="02020603050405020304" pitchFamily="18" charset="0"/>
              </a:rPr>
              <a:t> et </a:t>
            </a:r>
            <a:r>
              <a:rPr lang="en-US" sz="1800" dirty="0" err="1">
                <a:latin typeface="Calibri" panose="020F0502020204030204" pitchFamily="34" charset="0"/>
                <a:ea typeface="Calibri" panose="020F0502020204030204" pitchFamily="34" charset="0"/>
                <a:cs typeface="Times New Roman" panose="02020603050405020304" pitchFamily="18" charset="0"/>
              </a:rPr>
              <a:t>cohérente</a:t>
            </a:r>
            <a:r>
              <a:rPr lang="en-US" sz="1800" dirty="0">
                <a:latin typeface="Calibri" panose="020F0502020204030204" pitchFamily="34" charset="0"/>
                <a:ea typeface="Calibri" panose="020F0502020204030204" pitchFamily="34" charset="0"/>
                <a:cs typeface="Times New Roman" panose="02020603050405020304" pitchFamily="18" charset="0"/>
              </a:rPr>
              <a:t> de </a:t>
            </a:r>
            <a:r>
              <a:rPr lang="en-US" sz="1800" dirty="0" err="1">
                <a:latin typeface="Calibri" panose="020F0502020204030204" pitchFamily="34" charset="0"/>
                <a:ea typeface="Calibri" panose="020F0502020204030204" pitchFamily="34" charset="0"/>
                <a:cs typeface="Times New Roman" panose="02020603050405020304" pitchFamily="18" charset="0"/>
              </a:rPr>
              <a:t>fichiers</a:t>
            </a:r>
            <a:r>
              <a:rPr lang="en-US" sz="1800" dirty="0">
                <a:latin typeface="Calibri" panose="020F0502020204030204" pitchFamily="34" charset="0"/>
                <a:ea typeface="Calibri" panose="020F0502020204030204" pitchFamily="34" charset="0"/>
                <a:cs typeface="Times New Roman" panose="02020603050405020304" pitchFamily="18" charset="0"/>
              </a:rPr>
              <a:t> entre </a:t>
            </a:r>
            <a:r>
              <a:rPr lang="en-US" sz="1800" dirty="0" err="1">
                <a:latin typeface="Calibri" panose="020F0502020204030204" pitchFamily="34" charset="0"/>
                <a:ea typeface="Calibri" panose="020F0502020204030204" pitchFamily="34" charset="0"/>
                <a:cs typeface="Times New Roman" panose="02020603050405020304" pitchFamily="18" charset="0"/>
              </a:rPr>
              <a:t>plusieurs</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nœuds</a:t>
            </a:r>
            <a:r>
              <a:rPr lang="en-US" sz="1800" dirty="0">
                <a:latin typeface="Calibri" panose="020F0502020204030204" pitchFamily="34" charset="0"/>
                <a:ea typeface="Calibri" panose="020F0502020204030204" pitchFamily="34" charset="0"/>
                <a:cs typeface="Times New Roman" panose="02020603050405020304" pitchFamily="18" charset="0"/>
              </a:rPr>
              <a:t>, sans intervention </a:t>
            </a:r>
            <a:r>
              <a:rPr lang="en-US" sz="1800" dirty="0" err="1">
                <a:latin typeface="Calibri" panose="020F0502020204030204" pitchFamily="34" charset="0"/>
                <a:ea typeface="Calibri" panose="020F0502020204030204" pitchFamily="34" charset="0"/>
                <a:cs typeface="Times New Roman" panose="02020603050405020304" pitchFamily="18" charset="0"/>
              </a:rPr>
              <a:t>humaine</a:t>
            </a:r>
            <a:r>
              <a:rPr lang="en-US" sz="1800" dirty="0">
                <a:latin typeface="Calibri" panose="020F0502020204030204" pitchFamily="34" charset="0"/>
                <a:ea typeface="Calibri" panose="020F0502020204030204" pitchFamily="34" charset="0"/>
                <a:cs typeface="Times New Roman" panose="02020603050405020304" pitchFamily="18" charset="0"/>
              </a:rPr>
              <a:t>, avec </a:t>
            </a:r>
            <a:r>
              <a:rPr lang="en-US" sz="1800" dirty="0" err="1">
                <a:latin typeface="Calibri" panose="020F0502020204030204" pitchFamily="34" charset="0"/>
                <a:ea typeface="Calibri" panose="020F0502020204030204" pitchFamily="34" charset="0"/>
                <a:cs typeface="Times New Roman" panose="02020603050405020304" pitchFamily="18" charset="0"/>
              </a:rPr>
              <a:t>une</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consommation</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minimale</a:t>
            </a:r>
            <a:r>
              <a:rPr lang="en-US" sz="1800" dirty="0">
                <a:latin typeface="Calibri" panose="020F0502020204030204" pitchFamily="34" charset="0"/>
                <a:ea typeface="Calibri" panose="020F0502020204030204" pitchFamily="34" charset="0"/>
                <a:cs typeface="Times New Roman" panose="02020603050405020304" pitchFamily="18" charset="0"/>
              </a:rPr>
              <a:t> de </a:t>
            </a:r>
            <a:r>
              <a:rPr lang="en-US" sz="1800" dirty="0" err="1">
                <a:latin typeface="Calibri" panose="020F0502020204030204" pitchFamily="34" charset="0"/>
                <a:ea typeface="Calibri" panose="020F0502020204030204" pitchFamily="34" charset="0"/>
                <a:cs typeface="Times New Roman" panose="02020603050405020304" pitchFamily="18" charset="0"/>
              </a:rPr>
              <a:t>ressources</a:t>
            </a:r>
            <a:r>
              <a:rPr lang="en-US" sz="1800" dirty="0">
                <a:latin typeface="Calibri" panose="020F0502020204030204" pitchFamily="34" charset="0"/>
                <a:ea typeface="Calibri" panose="020F0502020204030204" pitchFamily="34" charset="0"/>
                <a:cs typeface="Times New Roman" panose="02020603050405020304" pitchFamily="18" charset="0"/>
              </a:rPr>
              <a:t> et </a:t>
            </a:r>
            <a:r>
              <a:rPr lang="en-US" sz="1800" dirty="0" err="1">
                <a:latin typeface="Calibri" panose="020F0502020204030204" pitchFamily="34" charset="0"/>
                <a:ea typeface="Calibri" panose="020F0502020204030204" pitchFamily="34" charset="0"/>
                <a:cs typeface="Times New Roman" panose="02020603050405020304" pitchFamily="18" charset="0"/>
              </a:rPr>
              <a:t>une</a:t>
            </a:r>
            <a:r>
              <a:rPr lang="en-US" sz="1800" dirty="0">
                <a:latin typeface="Calibri" panose="020F0502020204030204" pitchFamily="34" charset="0"/>
                <a:ea typeface="Calibri" panose="020F0502020204030204" pitchFamily="34" charset="0"/>
                <a:cs typeface="Times New Roman" panose="02020603050405020304" pitchFamily="18" charset="0"/>
              </a:rPr>
              <a:t> architecture simple ?</a:t>
            </a: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buSzPts val="1000"/>
              <a:tabLst>
                <a:tab pos="457200" algn="l"/>
              </a:tabLst>
            </a:pP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800"/>
              </a:spcAft>
              <a:buSzPts val="1000"/>
              <a:tabLst>
                <a:tab pos="457200" algn="l"/>
              </a:tabLst>
            </a:pPr>
            <a:endParaRPr lang="fr-CM"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27AB4C3D-3E06-0661-6C97-1709041EC9BC}"/>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9F24AF1E-B113-A377-804D-6EB6BB72B351}"/>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3029269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46CAEE3F-0DBD-3061-190C-2B96D2340FD4}"/>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ACE0D6CD-6A46-1E74-15BC-2C79F95E66D4}"/>
              </a:ext>
            </a:extLst>
          </p:cNvPr>
          <p:cNvSpPr txBox="1"/>
          <p:nvPr/>
        </p:nvSpPr>
        <p:spPr>
          <a:xfrm>
            <a:off x="649056" y="1648568"/>
            <a:ext cx="7845888" cy="2450127"/>
          </a:xfrm>
          <a:prstGeom prst="rect">
            <a:avLst/>
          </a:prstGeom>
          <a:noFill/>
          <a:ln>
            <a:noFill/>
          </a:ln>
        </p:spPr>
        <p:txBody>
          <a:bodyPr spcFirstLastPara="1" wrap="square" lIns="91425" tIns="0" rIns="91425" bIns="0" anchor="t" anchorCtr="0">
            <a:noAutofit/>
          </a:bodyPr>
          <a:lstStyle/>
          <a:p>
            <a:pPr indent="180340" algn="ctr">
              <a:buClr>
                <a:schemeClr val="accent2"/>
              </a:buClr>
              <a:buSzPts val="12000"/>
            </a:pPr>
            <a:r>
              <a:rPr lang="fr-CM" sz="4400" b="1" dirty="0">
                <a:solidFill>
                  <a:schemeClr val="accent2"/>
                </a:solidFill>
                <a:latin typeface="Viga"/>
              </a:rPr>
              <a:t>SOLUTION PROPOSEE </a:t>
            </a:r>
          </a:p>
          <a:p>
            <a:pPr indent="180340" algn="ctr">
              <a:lnSpc>
                <a:spcPct val="107000"/>
              </a:lnSpc>
              <a:spcBef>
                <a:spcPts val="1200"/>
              </a:spcBef>
            </a:pPr>
            <a:endParaRPr lang="fr-CM" sz="2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B7F21B4B-67B8-9592-D3BC-FE039078921A}"/>
              </a:ext>
            </a:extLst>
          </p:cNvPr>
          <p:cNvSpPr txBox="1"/>
          <p:nvPr/>
        </p:nvSpPr>
        <p:spPr>
          <a:xfrm>
            <a:off x="5326868" y="3170932"/>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1940B55F-E594-778F-2299-E50F263DBD30}"/>
              </a:ext>
            </a:extLst>
          </p:cNvPr>
          <p:cNvSpPr txBox="1"/>
          <p:nvPr/>
        </p:nvSpPr>
        <p:spPr>
          <a:xfrm>
            <a:off x="5329591" y="1648568"/>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865893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FDFBE803-1F28-0972-488A-222A10B73A0F}"/>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8DE107BC-1AA2-4BC0-07AB-FB87B66B800D}"/>
              </a:ext>
            </a:extLst>
          </p:cNvPr>
          <p:cNvSpPr txBox="1"/>
          <p:nvPr/>
        </p:nvSpPr>
        <p:spPr>
          <a:xfrm>
            <a:off x="591672" y="121623"/>
            <a:ext cx="7845888" cy="2450127"/>
          </a:xfrm>
          <a:prstGeom prst="rect">
            <a:avLst/>
          </a:prstGeom>
          <a:noFill/>
          <a:ln>
            <a:noFill/>
          </a:ln>
        </p:spPr>
        <p:txBody>
          <a:bodyPr spcFirstLastPara="1" wrap="square" lIns="91425" tIns="0" rIns="91425" bIns="0" anchor="t" anchorCtr="0">
            <a:noAutofit/>
          </a:bodyPr>
          <a:lstStyle/>
          <a:p>
            <a:pPr indent="180340" algn="ctr">
              <a:buClr>
                <a:schemeClr val="accent2"/>
              </a:buClr>
              <a:buSzPts val="12000"/>
            </a:pPr>
            <a:r>
              <a:rPr lang="fr-CM" sz="1600" b="1" dirty="0">
                <a:solidFill>
                  <a:schemeClr val="accent2"/>
                </a:solidFill>
                <a:latin typeface="Viga"/>
              </a:rPr>
              <a:t>SOLUTION PROPOSEE </a:t>
            </a:r>
          </a:p>
          <a:p>
            <a:pPr indent="180340" algn="ctr">
              <a:lnSpc>
                <a:spcPct val="107000"/>
              </a:lnSpc>
              <a:spcBef>
                <a:spcPts val="1200"/>
              </a:spcBef>
            </a:pPr>
            <a:endParaRPr lang="fr-CM" sz="2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50000"/>
              </a:lnSpc>
            </a:pPr>
            <a:r>
              <a:rPr lang="fr-CM" sz="1800" dirty="0">
                <a:effectLst/>
                <a:latin typeface="Calibri" panose="020F0502020204030204" pitchFamily="34" charset="0"/>
                <a:ea typeface="Calibri" panose="020F0502020204030204" pitchFamily="34" charset="0"/>
                <a:cs typeface="Times New Roman" panose="02020603050405020304" pitchFamily="18" charset="0"/>
              </a:rPr>
              <a:t>La solution consiste à développer </a:t>
            </a:r>
            <a:r>
              <a:rPr lang="en-US" sz="1800" dirty="0">
                <a:latin typeface="Calibri" panose="020F0502020204030204" pitchFamily="34" charset="0"/>
                <a:cs typeface="Times New Roman" panose="02020603050405020304" pitchFamily="18" charset="0"/>
              </a:rPr>
              <a:t>Le  Distributed File Replicator (DFR) qui vise à </a:t>
            </a:r>
            <a:r>
              <a:rPr lang="fr-CM" sz="1800" dirty="0">
                <a:latin typeface="Calibri" panose="020F0502020204030204" pitchFamily="34" charset="0"/>
                <a:cs typeface="Times New Roman" panose="02020603050405020304" pitchFamily="18" charset="0"/>
              </a:rPr>
              <a:t>f</a:t>
            </a:r>
            <a:r>
              <a:rPr lang="fr-CM" sz="1800" dirty="0"/>
              <a:t>ournir une solution légère et open-source de haute disponibilité et de synchronisation  avec une interface graphique qui permettra de faciliter la réplication de fichiers dans un système distribue surtout pour des personnes non familière aux lignes de commandes ou encore de non professionnels .</a:t>
            </a:r>
            <a:endParaRPr lang="fr-CM" sz="1800" dirty="0">
              <a:latin typeface="Calibri" panose="020F0502020204030204" pitchFamily="34"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24E4DFB4-3BD2-3662-1CC5-3E289D42F5FD}"/>
              </a:ext>
            </a:extLst>
          </p:cNvPr>
          <p:cNvSpPr txBox="1"/>
          <p:nvPr/>
        </p:nvSpPr>
        <p:spPr>
          <a:xfrm>
            <a:off x="5326868" y="3170932"/>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A6C55E45-1B9D-A72E-9E05-34EDDD2A5F1C}"/>
              </a:ext>
            </a:extLst>
          </p:cNvPr>
          <p:cNvSpPr txBox="1"/>
          <p:nvPr/>
        </p:nvSpPr>
        <p:spPr>
          <a:xfrm>
            <a:off x="5329591" y="1648568"/>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284753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46CAEE3F-0DBD-3061-190C-2B96D2340FD4}"/>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ACE0D6CD-6A46-1E74-15BC-2C79F95E66D4}"/>
              </a:ext>
            </a:extLst>
          </p:cNvPr>
          <p:cNvSpPr txBox="1"/>
          <p:nvPr/>
        </p:nvSpPr>
        <p:spPr>
          <a:xfrm>
            <a:off x="649056" y="1648568"/>
            <a:ext cx="7845888" cy="2450127"/>
          </a:xfrm>
          <a:prstGeom prst="rect">
            <a:avLst/>
          </a:prstGeom>
          <a:noFill/>
          <a:ln>
            <a:noFill/>
          </a:ln>
        </p:spPr>
        <p:txBody>
          <a:bodyPr spcFirstLastPara="1" wrap="square" lIns="91425" tIns="0" rIns="91425" bIns="0" anchor="t" anchorCtr="0">
            <a:noAutofit/>
          </a:bodyPr>
          <a:lstStyle/>
          <a:p>
            <a:pPr indent="180340" algn="ctr">
              <a:buClr>
                <a:schemeClr val="accent2"/>
              </a:buClr>
              <a:buSzPts val="12000"/>
            </a:pPr>
            <a:r>
              <a:rPr lang="fr-CM" sz="4400" b="1" dirty="0">
                <a:solidFill>
                  <a:schemeClr val="accent2"/>
                </a:solidFill>
                <a:latin typeface="Viga"/>
              </a:rPr>
              <a:t>OBJECTIFS </a:t>
            </a:r>
          </a:p>
          <a:p>
            <a:pPr indent="180340" algn="ctr">
              <a:lnSpc>
                <a:spcPct val="107000"/>
              </a:lnSpc>
              <a:spcBef>
                <a:spcPts val="1200"/>
              </a:spcBef>
            </a:pPr>
            <a:endParaRPr lang="fr-CM" sz="2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B7F21B4B-67B8-9592-D3BC-FE039078921A}"/>
              </a:ext>
            </a:extLst>
          </p:cNvPr>
          <p:cNvSpPr txBox="1"/>
          <p:nvPr/>
        </p:nvSpPr>
        <p:spPr>
          <a:xfrm>
            <a:off x="5326868" y="3170932"/>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1940B55F-E594-778F-2299-E50F263DBD30}"/>
              </a:ext>
            </a:extLst>
          </p:cNvPr>
          <p:cNvSpPr txBox="1"/>
          <p:nvPr/>
        </p:nvSpPr>
        <p:spPr>
          <a:xfrm>
            <a:off x="5329591" y="1648568"/>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3764259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FE9C8153-899D-221C-BBB9-4A8DF71A557D}"/>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33DD5AA6-DE6A-4776-C87F-045310A046F1}"/>
              </a:ext>
            </a:extLst>
          </p:cNvPr>
          <p:cNvSpPr txBox="1"/>
          <p:nvPr/>
        </p:nvSpPr>
        <p:spPr>
          <a:xfrm>
            <a:off x="717959" y="623186"/>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OBJECTIF GENERAL</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50000"/>
              </a:lnSpc>
            </a:pPr>
            <a:r>
              <a:rPr lang="en-US" sz="1800" dirty="0" err="1">
                <a:latin typeface="Calibri" panose="020F0502020204030204" pitchFamily="34" charset="0"/>
                <a:ea typeface="Calibri" panose="020F0502020204030204" pitchFamily="34" charset="0"/>
                <a:cs typeface="Times New Roman" panose="02020603050405020304" pitchFamily="18" charset="0"/>
              </a:rPr>
              <a:t>Développer</a:t>
            </a:r>
            <a:r>
              <a:rPr lang="en-US" sz="1800" dirty="0">
                <a:latin typeface="Calibri" panose="020F0502020204030204" pitchFamily="34" charset="0"/>
                <a:ea typeface="Calibri" panose="020F0502020204030204" pitchFamily="34" charset="0"/>
                <a:cs typeface="Times New Roman" panose="02020603050405020304" pitchFamily="18" charset="0"/>
              </a:rPr>
              <a:t> un </a:t>
            </a:r>
            <a:r>
              <a:rPr lang="en-US" sz="1800" dirty="0" err="1">
                <a:latin typeface="Calibri" panose="020F0502020204030204" pitchFamily="34" charset="0"/>
                <a:ea typeface="Calibri" panose="020F0502020204030204" pitchFamily="34" charset="0"/>
                <a:cs typeface="Times New Roman" panose="02020603050405020304" pitchFamily="18" charset="0"/>
              </a:rPr>
              <a:t>système</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distribué</a:t>
            </a:r>
            <a:r>
              <a:rPr lang="en-US" sz="1800" dirty="0">
                <a:latin typeface="Calibri" panose="020F0502020204030204" pitchFamily="34" charset="0"/>
                <a:ea typeface="Calibri" panose="020F0502020204030204" pitchFamily="34" charset="0"/>
                <a:cs typeface="Times New Roman" panose="02020603050405020304" pitchFamily="18" charset="0"/>
              </a:rPr>
              <a:t> capable de </a:t>
            </a:r>
            <a:r>
              <a:rPr lang="en-US" sz="1800" dirty="0" err="1">
                <a:latin typeface="Calibri" panose="020F0502020204030204" pitchFamily="34" charset="0"/>
                <a:ea typeface="Calibri" panose="020F0502020204030204" pitchFamily="34" charset="0"/>
                <a:cs typeface="Times New Roman" panose="02020603050405020304" pitchFamily="18" charset="0"/>
              </a:rPr>
              <a:t>répliquer</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automatiquement</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rapidement</a:t>
            </a:r>
            <a:r>
              <a:rPr lang="en-US" sz="1800" dirty="0">
                <a:latin typeface="Calibri" panose="020F0502020204030204" pitchFamily="34" charset="0"/>
                <a:ea typeface="Calibri" panose="020F0502020204030204" pitchFamily="34" charset="0"/>
                <a:cs typeface="Times New Roman" panose="02020603050405020304" pitchFamily="18" charset="0"/>
              </a:rPr>
              <a:t> et de </a:t>
            </a:r>
            <a:r>
              <a:rPr lang="en-US" sz="1800" dirty="0" err="1">
                <a:latin typeface="Calibri" panose="020F0502020204030204" pitchFamily="34" charset="0"/>
                <a:ea typeface="Calibri" panose="020F0502020204030204" pitchFamily="34" charset="0"/>
                <a:cs typeface="Times New Roman" panose="02020603050405020304" pitchFamily="18" charset="0"/>
              </a:rPr>
              <a:t>manière</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fiable</a:t>
            </a:r>
            <a:r>
              <a:rPr lang="en-US" sz="1800" dirty="0">
                <a:latin typeface="Calibri" panose="020F0502020204030204" pitchFamily="34" charset="0"/>
                <a:ea typeface="Calibri" panose="020F0502020204030204" pitchFamily="34" charset="0"/>
                <a:cs typeface="Times New Roman" panose="02020603050405020304" pitchFamily="18" charset="0"/>
              </a:rPr>
              <a:t> les </a:t>
            </a:r>
            <a:r>
              <a:rPr lang="en-US" sz="1800" dirty="0" err="1">
                <a:latin typeface="Calibri" panose="020F0502020204030204" pitchFamily="34" charset="0"/>
                <a:ea typeface="Calibri" panose="020F0502020204030204" pitchFamily="34" charset="0"/>
                <a:cs typeface="Times New Roman" panose="02020603050405020304" pitchFamily="18" charset="0"/>
              </a:rPr>
              <a:t>fichiers</a:t>
            </a:r>
            <a:r>
              <a:rPr lang="en-US" sz="1800" dirty="0">
                <a:latin typeface="Calibri" panose="020F0502020204030204" pitchFamily="34" charset="0"/>
                <a:ea typeface="Calibri" panose="020F0502020204030204" pitchFamily="34" charset="0"/>
                <a:cs typeface="Times New Roman" panose="02020603050405020304" pitchFamily="18" charset="0"/>
              </a:rPr>
              <a:t> entre </a:t>
            </a:r>
            <a:r>
              <a:rPr lang="en-US" sz="1800" dirty="0" err="1">
                <a:latin typeface="Calibri" panose="020F0502020204030204" pitchFamily="34" charset="0"/>
                <a:ea typeface="Calibri" panose="020F0502020204030204" pitchFamily="34" charset="0"/>
                <a:cs typeface="Times New Roman" panose="02020603050405020304" pitchFamily="18" charset="0"/>
              </a:rPr>
              <a:t>plusieurs</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nœuds</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Debian</a:t>
            </a:r>
            <a:r>
              <a:rPr lang="en-US" sz="1800" dirty="0">
                <a:latin typeface="Calibri" panose="020F0502020204030204" pitchFamily="34" charset="0"/>
                <a:ea typeface="Calibri" panose="020F0502020204030204" pitchFamily="34" charset="0"/>
                <a:cs typeface="Times New Roman" panose="02020603050405020304" pitchFamily="18" charset="0"/>
              </a:rPr>
              <a:t>.</a:t>
            </a: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buSzPts val="1000"/>
              <a:tabLst>
                <a:tab pos="457200" algn="l"/>
              </a:tabLst>
            </a:pP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800"/>
              </a:spcAft>
              <a:buSzPts val="1000"/>
              <a:tabLst>
                <a:tab pos="457200" algn="l"/>
              </a:tabLst>
            </a:pPr>
            <a:endParaRPr lang="fr-CM"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27AB4C3D-3E06-0661-6C97-1709041EC9BC}"/>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9F24AF1E-B113-A377-804D-6EB6BB72B351}"/>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2803349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A4CFEC91-EEA2-659B-1485-ACB8CD3E1DDB}"/>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83BABBF8-7A25-6551-DC3E-E20C712923FE}"/>
              </a:ext>
            </a:extLst>
          </p:cNvPr>
          <p:cNvSpPr txBox="1"/>
          <p:nvPr/>
        </p:nvSpPr>
        <p:spPr>
          <a:xfrm>
            <a:off x="717959" y="623186"/>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OBJECTIF SPECIFIQUE</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v"/>
            </a:pPr>
            <a:r>
              <a:rPr lang="en-US" sz="1800" dirty="0" err="1">
                <a:latin typeface="Calibri" panose="020F0502020204030204" pitchFamily="34" charset="0"/>
                <a:ea typeface="Calibri" panose="020F0502020204030204" pitchFamily="34" charset="0"/>
                <a:cs typeface="Times New Roman" panose="02020603050405020304" pitchFamily="18" charset="0"/>
              </a:rPr>
              <a:t>Détecter</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automatiquement</a:t>
            </a:r>
            <a:r>
              <a:rPr lang="en-US" sz="1800" dirty="0">
                <a:latin typeface="Calibri" panose="020F0502020204030204" pitchFamily="34" charset="0"/>
                <a:ea typeface="Calibri" panose="020F0502020204030204" pitchFamily="34" charset="0"/>
                <a:cs typeface="Times New Roman" panose="02020603050405020304" pitchFamily="18" charset="0"/>
              </a:rPr>
              <a:t> et </a:t>
            </a:r>
            <a:r>
              <a:rPr lang="en-US" sz="1800" dirty="0" err="1">
                <a:latin typeface="Calibri" panose="020F0502020204030204" pitchFamily="34" charset="0"/>
                <a:ea typeface="Calibri" panose="020F0502020204030204" pitchFamily="34" charset="0"/>
                <a:cs typeface="Times New Roman" panose="02020603050405020304" pitchFamily="18" charset="0"/>
              </a:rPr>
              <a:t>en</a:t>
            </a:r>
            <a:r>
              <a:rPr lang="en-US" sz="1800" dirty="0">
                <a:latin typeface="Calibri" panose="020F0502020204030204" pitchFamily="34" charset="0"/>
                <a:ea typeface="Calibri" panose="020F0502020204030204" pitchFamily="34" charset="0"/>
                <a:cs typeface="Times New Roman" panose="02020603050405020304" pitchFamily="18" charset="0"/>
              </a:rPr>
              <a:t> temps </a:t>
            </a:r>
            <a:r>
              <a:rPr lang="en-US" sz="1800" dirty="0" err="1">
                <a:latin typeface="Calibri" panose="020F0502020204030204" pitchFamily="34" charset="0"/>
                <a:ea typeface="Calibri" panose="020F0502020204030204" pitchFamily="34" charset="0"/>
                <a:cs typeface="Times New Roman" panose="02020603050405020304" pitchFamily="18" charset="0"/>
              </a:rPr>
              <a:t>réel</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toute</a:t>
            </a:r>
            <a:r>
              <a:rPr lang="en-US" sz="1800" dirty="0">
                <a:latin typeface="Calibri" panose="020F0502020204030204" pitchFamily="34" charset="0"/>
                <a:ea typeface="Calibri" panose="020F0502020204030204" pitchFamily="34" charset="0"/>
                <a:cs typeface="Times New Roman" panose="02020603050405020304" pitchFamily="18" charset="0"/>
              </a:rPr>
              <a:t> modification.</a:t>
            </a: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Propager</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ces</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changements</a:t>
            </a:r>
            <a:r>
              <a:rPr lang="en-US" sz="1800" dirty="0">
                <a:latin typeface="Calibri" panose="020F0502020204030204" pitchFamily="34" charset="0"/>
                <a:ea typeface="Calibri" panose="020F0502020204030204" pitchFamily="34" charset="0"/>
                <a:cs typeface="Times New Roman" panose="02020603050405020304" pitchFamily="18" charset="0"/>
              </a:rPr>
              <a:t> à </a:t>
            </a:r>
            <a:r>
              <a:rPr lang="en-US" sz="1800" dirty="0" err="1">
                <a:latin typeface="Calibri" panose="020F0502020204030204" pitchFamily="34" charset="0"/>
                <a:ea typeface="Calibri" panose="020F0502020204030204" pitchFamily="34" charset="0"/>
                <a:cs typeface="Times New Roman" panose="02020603050405020304" pitchFamily="18" charset="0"/>
              </a:rPr>
              <a:t>tous</a:t>
            </a:r>
            <a:r>
              <a:rPr lang="en-US" sz="1800" dirty="0">
                <a:latin typeface="Calibri" panose="020F0502020204030204" pitchFamily="34" charset="0"/>
                <a:ea typeface="Calibri" panose="020F0502020204030204" pitchFamily="34" charset="0"/>
                <a:cs typeface="Times New Roman" panose="02020603050405020304" pitchFamily="18" charset="0"/>
              </a:rPr>
              <a:t> les </a:t>
            </a:r>
            <a:r>
              <a:rPr lang="en-US" sz="1800" dirty="0" err="1">
                <a:latin typeface="Calibri" panose="020F0502020204030204" pitchFamily="34" charset="0"/>
                <a:ea typeface="Calibri" panose="020F0502020204030204" pitchFamily="34" charset="0"/>
                <a:cs typeface="Times New Roman" panose="02020603050405020304" pitchFamily="18" charset="0"/>
              </a:rPr>
              <a:t>nœuds</a:t>
            </a:r>
            <a:r>
              <a:rPr lang="en-US" sz="1800" dirty="0">
                <a:latin typeface="Calibri" panose="020F0502020204030204" pitchFamily="34" charset="0"/>
                <a:ea typeface="Calibri" panose="020F0502020204030204" pitchFamily="34" charset="0"/>
                <a:cs typeface="Times New Roman" panose="02020603050405020304" pitchFamily="18" charset="0"/>
              </a:rPr>
              <a:t>.</a:t>
            </a: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Times New Roman" panose="02020603050405020304" pitchFamily="18" charset="0"/>
              </a:rPr>
              <a:t> Assurer </a:t>
            </a:r>
            <a:r>
              <a:rPr lang="en-US" sz="1800" dirty="0" err="1">
                <a:latin typeface="Calibri" panose="020F0502020204030204" pitchFamily="34" charset="0"/>
                <a:ea typeface="Calibri" panose="020F0502020204030204" pitchFamily="34" charset="0"/>
                <a:cs typeface="Times New Roman" panose="02020603050405020304" pitchFamily="18" charset="0"/>
              </a:rPr>
              <a:t>une</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réplication</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bidirectionnelle</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cohérente</a:t>
            </a:r>
            <a:r>
              <a:rPr lang="en-US" sz="1800" dirty="0">
                <a:latin typeface="Calibri" panose="020F0502020204030204" pitchFamily="34" charset="0"/>
                <a:ea typeface="Calibri" panose="020F0502020204030204" pitchFamily="34" charset="0"/>
                <a:cs typeface="Times New Roman" panose="02020603050405020304" pitchFamily="18" charset="0"/>
              </a:rPr>
              <a:t>.</a:t>
            </a: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Sécuriser</a:t>
            </a:r>
            <a:r>
              <a:rPr lang="en-US" sz="1800" dirty="0">
                <a:latin typeface="Calibri" panose="020F0502020204030204" pitchFamily="34" charset="0"/>
                <a:ea typeface="Calibri" panose="020F0502020204030204" pitchFamily="34" charset="0"/>
                <a:cs typeface="Times New Roman" panose="02020603050405020304" pitchFamily="18" charset="0"/>
              </a:rPr>
              <a:t> les </a:t>
            </a:r>
            <a:r>
              <a:rPr lang="en-US" sz="1800" dirty="0" err="1">
                <a:latin typeface="Calibri" panose="020F0502020204030204" pitchFamily="34" charset="0"/>
                <a:ea typeface="Calibri" panose="020F0502020204030204" pitchFamily="34" charset="0"/>
                <a:cs typeface="Times New Roman" panose="02020603050405020304" pitchFamily="18" charset="0"/>
              </a:rPr>
              <a:t>transferts</a:t>
            </a:r>
            <a:r>
              <a:rPr lang="en-US" sz="1800" dirty="0">
                <a:latin typeface="Calibri" panose="020F0502020204030204" pitchFamily="34" charset="0"/>
                <a:ea typeface="Calibri" panose="020F0502020204030204" pitchFamily="34" charset="0"/>
                <a:cs typeface="Times New Roman" panose="02020603050405020304" pitchFamily="18" charset="0"/>
              </a:rPr>
              <a:t> via SSH.</a:t>
            </a: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Gérer</a:t>
            </a:r>
            <a:r>
              <a:rPr lang="en-US" sz="1800" dirty="0">
                <a:latin typeface="Calibri" panose="020F0502020204030204" pitchFamily="34" charset="0"/>
                <a:ea typeface="Calibri" panose="020F0502020204030204" pitchFamily="34" charset="0"/>
                <a:cs typeface="Times New Roman" panose="02020603050405020304" pitchFamily="18" charset="0"/>
              </a:rPr>
              <a:t> les </a:t>
            </a:r>
            <a:r>
              <a:rPr lang="en-US" sz="1800" dirty="0" err="1">
                <a:latin typeface="Calibri" panose="020F0502020204030204" pitchFamily="34" charset="0"/>
                <a:ea typeface="Calibri" panose="020F0502020204030204" pitchFamily="34" charset="0"/>
                <a:cs typeface="Times New Roman" panose="02020603050405020304" pitchFamily="18" charset="0"/>
              </a:rPr>
              <a:t>conflits</a:t>
            </a:r>
            <a:r>
              <a:rPr lang="en-US" sz="1800" dirty="0">
                <a:latin typeface="Calibri" panose="020F0502020204030204" pitchFamily="34" charset="0"/>
                <a:ea typeface="Calibri" panose="020F0502020204030204" pitchFamily="34" charset="0"/>
                <a:cs typeface="Times New Roman" panose="02020603050405020304" pitchFamily="18" charset="0"/>
              </a:rPr>
              <a:t> (Last Writer Wins).</a:t>
            </a: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200000"/>
              </a:lnSpc>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Maintenir</a:t>
            </a:r>
            <a:r>
              <a:rPr lang="en-US" sz="1800" dirty="0">
                <a:latin typeface="Calibri" panose="020F0502020204030204" pitchFamily="34" charset="0"/>
                <a:ea typeface="Calibri" panose="020F0502020204030204" pitchFamily="34" charset="0"/>
                <a:cs typeface="Times New Roman" panose="02020603050405020304" pitchFamily="18" charset="0"/>
              </a:rPr>
              <a:t> </a:t>
            </a:r>
            <a:r>
              <a:rPr lang="en-US" sz="1800" dirty="0" err="1">
                <a:latin typeface="Calibri" panose="020F0502020204030204" pitchFamily="34" charset="0"/>
                <a:ea typeface="Calibri" panose="020F0502020204030204" pitchFamily="34" charset="0"/>
                <a:cs typeface="Times New Roman" panose="02020603050405020304" pitchFamily="18" charset="0"/>
              </a:rPr>
              <a:t>une</a:t>
            </a:r>
            <a:r>
              <a:rPr lang="en-US" sz="1800" dirty="0">
                <a:latin typeface="Calibri" panose="020F0502020204030204" pitchFamily="34" charset="0"/>
                <a:ea typeface="Calibri" panose="020F0502020204030204" pitchFamily="34" charset="0"/>
                <a:cs typeface="Times New Roman" panose="02020603050405020304" pitchFamily="18" charset="0"/>
              </a:rPr>
              <a:t> architecture </a:t>
            </a:r>
            <a:r>
              <a:rPr lang="en-US" sz="1800" dirty="0" err="1">
                <a:latin typeface="Calibri" panose="020F0502020204030204" pitchFamily="34" charset="0"/>
                <a:ea typeface="Calibri" panose="020F0502020204030204" pitchFamily="34" charset="0"/>
                <a:cs typeface="Times New Roman" panose="02020603050405020304" pitchFamily="18" charset="0"/>
              </a:rPr>
              <a:t>légère</a:t>
            </a:r>
            <a:r>
              <a:rPr lang="en-US" sz="1800" dirty="0">
                <a:latin typeface="Calibri" panose="020F0502020204030204" pitchFamily="34" charset="0"/>
                <a:ea typeface="Calibri" panose="020F0502020204030204" pitchFamily="34" charset="0"/>
                <a:cs typeface="Times New Roman" panose="02020603050405020304" pitchFamily="18" charset="0"/>
              </a:rPr>
              <a:t> et facile à </a:t>
            </a:r>
            <a:r>
              <a:rPr lang="en-US" sz="1800" dirty="0" err="1">
                <a:latin typeface="Calibri" panose="020F0502020204030204" pitchFamily="34" charset="0"/>
                <a:ea typeface="Calibri" panose="020F0502020204030204" pitchFamily="34" charset="0"/>
                <a:cs typeface="Times New Roman" panose="02020603050405020304" pitchFamily="18" charset="0"/>
              </a:rPr>
              <a:t>administrer</a:t>
            </a:r>
            <a:r>
              <a:rPr lang="en-US" sz="1800" dirty="0">
                <a:latin typeface="Calibri" panose="020F0502020204030204" pitchFamily="34" charset="0"/>
                <a:ea typeface="Calibri" panose="020F0502020204030204" pitchFamily="34" charset="0"/>
                <a:cs typeface="Times New Roman" panose="02020603050405020304" pitchFamily="18" charset="0"/>
              </a:rPr>
              <a:t>.</a:t>
            </a: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buSzPts val="1000"/>
              <a:tabLst>
                <a:tab pos="457200" algn="l"/>
              </a:tabLst>
            </a:pP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800"/>
              </a:spcAft>
              <a:buSzPts val="1000"/>
              <a:tabLst>
                <a:tab pos="457200" algn="l"/>
              </a:tabLst>
            </a:pPr>
            <a:endParaRPr lang="fr-CM"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2F1A48D4-EDFC-5E3A-9599-83E98023E131}"/>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8EBEC5D7-EB60-3E19-A705-DBF47B0CF033}"/>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1349550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46CAEE3F-0DBD-3061-190C-2B96D2340FD4}"/>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ACE0D6CD-6A46-1E74-15BC-2C79F95E66D4}"/>
              </a:ext>
            </a:extLst>
          </p:cNvPr>
          <p:cNvSpPr txBox="1"/>
          <p:nvPr/>
        </p:nvSpPr>
        <p:spPr>
          <a:xfrm>
            <a:off x="649056" y="1648568"/>
            <a:ext cx="7845888" cy="2450127"/>
          </a:xfrm>
          <a:prstGeom prst="rect">
            <a:avLst/>
          </a:prstGeom>
          <a:noFill/>
          <a:ln>
            <a:noFill/>
          </a:ln>
        </p:spPr>
        <p:txBody>
          <a:bodyPr spcFirstLastPara="1" wrap="square" lIns="91425" tIns="0" rIns="91425" bIns="0" anchor="t" anchorCtr="0">
            <a:noAutofit/>
          </a:bodyPr>
          <a:lstStyle/>
          <a:p>
            <a:pPr indent="180340" algn="ctr">
              <a:buClr>
                <a:schemeClr val="accent2"/>
              </a:buClr>
              <a:buSzPts val="12000"/>
            </a:pPr>
            <a:r>
              <a:rPr lang="fr-CM" sz="4400" b="1" dirty="0">
                <a:solidFill>
                  <a:schemeClr val="accent2"/>
                </a:solidFill>
                <a:latin typeface="Viga"/>
              </a:rPr>
              <a:t>PERIMETRE FONCTIONNEL </a:t>
            </a:r>
          </a:p>
          <a:p>
            <a:pPr indent="180340" algn="ctr">
              <a:lnSpc>
                <a:spcPct val="107000"/>
              </a:lnSpc>
              <a:spcBef>
                <a:spcPts val="1200"/>
              </a:spcBef>
            </a:pPr>
            <a:endParaRPr lang="fr-CM" sz="2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B7F21B4B-67B8-9592-D3BC-FE039078921A}"/>
              </a:ext>
            </a:extLst>
          </p:cNvPr>
          <p:cNvSpPr txBox="1"/>
          <p:nvPr/>
        </p:nvSpPr>
        <p:spPr>
          <a:xfrm>
            <a:off x="5326868" y="3170932"/>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1940B55F-E594-778F-2299-E50F263DBD30}"/>
              </a:ext>
            </a:extLst>
          </p:cNvPr>
          <p:cNvSpPr txBox="1"/>
          <p:nvPr/>
        </p:nvSpPr>
        <p:spPr>
          <a:xfrm>
            <a:off x="5329591" y="1648568"/>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935272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FE9C8153-899D-221C-BBB9-4A8DF71A557D}"/>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33DD5AA6-DE6A-4776-C87F-045310A046F1}"/>
              </a:ext>
            </a:extLst>
          </p:cNvPr>
          <p:cNvSpPr txBox="1"/>
          <p:nvPr/>
        </p:nvSpPr>
        <p:spPr>
          <a:xfrm>
            <a:off x="717959" y="623186"/>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PERIMETRE FONCTIONNEL</a:t>
            </a:r>
          </a:p>
          <a:p>
            <a:pPr>
              <a:buClr>
                <a:schemeClr val="accent2"/>
              </a:buClr>
              <a:buSzPts val="12000"/>
            </a:pPr>
            <a:endParaRPr lang="fr-CM" sz="1600" b="1" dirty="0">
              <a:solidFill>
                <a:schemeClr val="accent2"/>
              </a:solidFill>
              <a:latin typeface="Viga"/>
              <a:sym typeface="Viga"/>
            </a:endParaRPr>
          </a:p>
          <a:p>
            <a:pPr>
              <a:buClr>
                <a:schemeClr val="accent2"/>
              </a:buClr>
              <a:buSzPts val="12000"/>
            </a:pPr>
            <a:r>
              <a:rPr lang="fr-CM" sz="1600" b="1" dirty="0">
                <a:solidFill>
                  <a:schemeClr val="accent2"/>
                </a:solidFill>
                <a:latin typeface="Viga"/>
                <a:sym typeface="Viga"/>
              </a:rPr>
              <a:t>FONTIONNALITES ATTENDUES</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v"/>
            </a:pPr>
            <a:r>
              <a:rPr lang="en-US" dirty="0" err="1"/>
              <a:t>Détection</a:t>
            </a:r>
            <a:r>
              <a:rPr lang="en-US" dirty="0"/>
              <a:t> des </a:t>
            </a:r>
            <a:r>
              <a:rPr lang="en-US" dirty="0" err="1"/>
              <a:t>créations</a:t>
            </a:r>
            <a:r>
              <a:rPr lang="en-US" dirty="0"/>
              <a:t>, modifications, suppressions et </a:t>
            </a:r>
            <a:r>
              <a:rPr lang="en-US" dirty="0" err="1"/>
              <a:t>renommages</a:t>
            </a:r>
            <a:r>
              <a:rPr lang="fr-CM" sz="1800" dirty="0"/>
              <a:t> </a:t>
            </a:r>
          </a:p>
          <a:p>
            <a:pPr marL="285750" indent="-285750">
              <a:lnSpc>
                <a:spcPct val="200000"/>
              </a:lnSpc>
              <a:buFont typeface="Wingdings" panose="05000000000000000000" pitchFamily="2" charset="2"/>
              <a:buChar char="v"/>
            </a:pPr>
            <a:r>
              <a:rPr lang="en-US" dirty="0" err="1"/>
              <a:t>Réplication</a:t>
            </a:r>
            <a:r>
              <a:rPr lang="en-US" dirty="0"/>
              <a:t> </a:t>
            </a:r>
            <a:r>
              <a:rPr lang="en-US" dirty="0" err="1"/>
              <a:t>automatique</a:t>
            </a:r>
            <a:r>
              <a:rPr lang="en-US" dirty="0"/>
              <a:t> multi-</a:t>
            </a:r>
            <a:r>
              <a:rPr lang="en-US" dirty="0" err="1"/>
              <a:t>nœuds</a:t>
            </a:r>
            <a:r>
              <a:rPr lang="en-US" dirty="0"/>
              <a:t>.</a:t>
            </a:r>
            <a:endParaRPr lang="fr-CM" dirty="0"/>
          </a:p>
          <a:p>
            <a:pPr marL="285750" indent="-285750">
              <a:lnSpc>
                <a:spcPct val="200000"/>
              </a:lnSpc>
              <a:buFont typeface="Wingdings" panose="05000000000000000000" pitchFamily="2" charset="2"/>
              <a:buChar char="v"/>
            </a:pPr>
            <a:r>
              <a:rPr lang="en-US" dirty="0" err="1"/>
              <a:t>Réplication</a:t>
            </a:r>
            <a:r>
              <a:rPr lang="en-US" dirty="0"/>
              <a:t> </a:t>
            </a:r>
            <a:r>
              <a:rPr lang="en-US" dirty="0" err="1"/>
              <a:t>différentielle</a:t>
            </a:r>
            <a:r>
              <a:rPr lang="en-US" dirty="0"/>
              <a:t> .</a:t>
            </a:r>
            <a:endParaRPr lang="fr-CM" dirty="0"/>
          </a:p>
          <a:p>
            <a:pPr marL="285750" indent="-285750">
              <a:lnSpc>
                <a:spcPct val="200000"/>
              </a:lnSpc>
              <a:buFont typeface="Wingdings" panose="05000000000000000000" pitchFamily="2" charset="2"/>
              <a:buChar char="v"/>
            </a:pPr>
            <a:r>
              <a:rPr lang="en-US" dirty="0" err="1"/>
              <a:t>Stratégies</a:t>
            </a:r>
            <a:r>
              <a:rPr lang="en-US" dirty="0"/>
              <a:t> push/pull et mode multi-maître.</a:t>
            </a:r>
            <a:endParaRPr lang="fr-CM" dirty="0"/>
          </a:p>
          <a:p>
            <a:pPr marL="285750" indent="-285750">
              <a:lnSpc>
                <a:spcPct val="200000"/>
              </a:lnSpc>
              <a:buFont typeface="Wingdings" panose="05000000000000000000" pitchFamily="2" charset="2"/>
              <a:buChar char="v"/>
            </a:pPr>
            <a:r>
              <a:rPr lang="en-US" dirty="0" err="1"/>
              <a:t>Journalisation</a:t>
            </a:r>
            <a:r>
              <a:rPr lang="en-US" dirty="0"/>
              <a:t> des </a:t>
            </a:r>
            <a:r>
              <a:rPr lang="en-US" dirty="0" err="1"/>
              <a:t>opérations</a:t>
            </a:r>
            <a:r>
              <a:rPr lang="en-US" dirty="0"/>
              <a:t>.</a:t>
            </a:r>
            <a:endParaRPr lang="fr-FR" sz="18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800"/>
              </a:spcAft>
              <a:buSzPts val="1000"/>
              <a:tabLst>
                <a:tab pos="457200" algn="l"/>
              </a:tabLst>
            </a:pPr>
            <a:endParaRPr lang="fr-CM"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27AB4C3D-3E06-0661-6C97-1709041EC9BC}"/>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9F24AF1E-B113-A377-804D-6EB6BB72B351}"/>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4278133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DCAC227D-BB74-2AFD-63E9-FB109759D679}"/>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FF9B09A8-2081-C75B-6496-69253A9BA7CC}"/>
              </a:ext>
            </a:extLst>
          </p:cNvPr>
          <p:cNvSpPr txBox="1"/>
          <p:nvPr/>
        </p:nvSpPr>
        <p:spPr>
          <a:xfrm>
            <a:off x="717959" y="623186"/>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5. EXIGENCES NON-FONCTIONNELLES</a:t>
            </a:r>
          </a:p>
          <a:p>
            <a:pPr>
              <a:buClr>
                <a:schemeClr val="accent2"/>
              </a:buClr>
              <a:buSzPts val="12000"/>
            </a:pPr>
            <a:endParaRPr lang="fr-CM" sz="1600" b="1" dirty="0">
              <a:solidFill>
                <a:schemeClr val="accent2"/>
              </a:solidFill>
              <a:latin typeface="Viga"/>
              <a:sym typeface="Viga"/>
            </a:endParaRPr>
          </a:p>
          <a:p>
            <a:pPr>
              <a:buClr>
                <a:schemeClr val="accent2"/>
              </a:buClr>
              <a:buSzPts val="12000"/>
            </a:pPr>
            <a:r>
              <a:rPr lang="fr-CM" sz="1600" b="1" dirty="0">
                <a:solidFill>
                  <a:schemeClr val="accent2"/>
                </a:solidFill>
                <a:latin typeface="Viga"/>
                <a:sym typeface="Viga"/>
              </a:rPr>
              <a:t>5.1 SECURITE</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v"/>
            </a:pPr>
            <a:r>
              <a:rPr lang="en-US" dirty="0"/>
              <a:t>Transfert </a:t>
            </a:r>
            <a:r>
              <a:rPr lang="en-US" dirty="0" err="1"/>
              <a:t>sécurisé</a:t>
            </a:r>
            <a:r>
              <a:rPr lang="en-US" dirty="0"/>
              <a:t> ;</a:t>
            </a:r>
            <a:r>
              <a:rPr lang="fr-CM" dirty="0"/>
              <a:t> </a:t>
            </a:r>
          </a:p>
          <a:p>
            <a:pPr marL="285750" indent="-285750">
              <a:lnSpc>
                <a:spcPct val="200000"/>
              </a:lnSpc>
              <a:buFont typeface="Wingdings" panose="05000000000000000000" pitchFamily="2" charset="2"/>
              <a:buChar char="v"/>
            </a:pPr>
            <a:r>
              <a:rPr lang="en-US" dirty="0" err="1"/>
              <a:t>Authentification</a:t>
            </a:r>
            <a:r>
              <a:rPr lang="en-US" dirty="0"/>
              <a:t> par </a:t>
            </a:r>
            <a:r>
              <a:rPr lang="en-US" dirty="0" err="1"/>
              <a:t>clés</a:t>
            </a:r>
            <a:r>
              <a:rPr lang="en-US" dirty="0"/>
              <a:t> ;</a:t>
            </a:r>
            <a:endParaRPr lang="fr-CM" sz="1800" dirty="0"/>
          </a:p>
          <a:p>
            <a:pPr marL="285750" indent="-285750">
              <a:lnSpc>
                <a:spcPct val="200000"/>
              </a:lnSpc>
              <a:buFont typeface="Wingdings" panose="05000000000000000000" pitchFamily="2" charset="2"/>
              <a:buChar char="v"/>
            </a:pPr>
            <a:r>
              <a:rPr lang="en-US" dirty="0"/>
              <a:t>Utilisateur </a:t>
            </a:r>
            <a:r>
              <a:rPr lang="en-US" dirty="0" err="1"/>
              <a:t>dédié</a:t>
            </a:r>
            <a:r>
              <a:rPr lang="en-US" dirty="0"/>
              <a:t> avec droits </a:t>
            </a:r>
            <a:r>
              <a:rPr lang="en-US" dirty="0" err="1"/>
              <a:t>minimaux</a:t>
            </a:r>
            <a:r>
              <a:rPr lang="en-US" dirty="0"/>
              <a:t>.</a:t>
            </a:r>
            <a:r>
              <a:rPr lang="fr-CM" sz="1800" dirty="0"/>
              <a:t> </a:t>
            </a:r>
          </a:p>
          <a:p>
            <a:pPr marL="285750" indent="-285750">
              <a:lnSpc>
                <a:spcPct val="200000"/>
              </a:lnSpc>
              <a:buFont typeface="Wingdings" panose="05000000000000000000" pitchFamily="2" charset="2"/>
              <a:buChar char="v"/>
            </a:pPr>
            <a:r>
              <a:rPr lang="en-US" dirty="0" err="1"/>
              <a:t>Vérification</a:t>
            </a:r>
            <a:r>
              <a:rPr lang="en-US" dirty="0"/>
              <a:t> </a:t>
            </a:r>
            <a:r>
              <a:rPr lang="en-US" dirty="0" err="1"/>
              <a:t>d’intégrité</a:t>
            </a:r>
            <a:r>
              <a:rPr lang="en-US" dirty="0"/>
              <a:t> post-</a:t>
            </a:r>
            <a:r>
              <a:rPr lang="en-US" dirty="0" err="1"/>
              <a:t>réplication</a:t>
            </a:r>
            <a:r>
              <a:rPr lang="en-US" dirty="0"/>
              <a:t>.</a:t>
            </a:r>
            <a:endParaRPr lang="fr-CM" dirty="0"/>
          </a:p>
          <a:p>
            <a:pPr>
              <a:lnSpc>
                <a:spcPct val="200000"/>
              </a:lnSpc>
            </a:pPr>
            <a:endParaRPr lang="fr-CM"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D66734AB-440F-61B4-0441-5A8CE0A5E979}"/>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552C8FC8-8AAA-4137-9009-F4B9E881E442}"/>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3332238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A57BF806-F1BC-407A-64CD-65A2E62AF99C}"/>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A80693D2-F193-DD80-5A81-DD7199B84F82}"/>
              </a:ext>
            </a:extLst>
          </p:cNvPr>
          <p:cNvSpPr txBox="1"/>
          <p:nvPr/>
        </p:nvSpPr>
        <p:spPr>
          <a:xfrm>
            <a:off x="717959" y="623186"/>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5. EXIGENCES NON-FONCTIONNELLES</a:t>
            </a:r>
          </a:p>
          <a:p>
            <a:pPr>
              <a:buClr>
                <a:schemeClr val="accent2"/>
              </a:buClr>
              <a:buSzPts val="12000"/>
            </a:pPr>
            <a:endParaRPr lang="fr-CM" sz="1600" b="1" dirty="0">
              <a:solidFill>
                <a:schemeClr val="accent2"/>
              </a:solidFill>
              <a:latin typeface="Viga"/>
              <a:sym typeface="Viga"/>
            </a:endParaRPr>
          </a:p>
          <a:p>
            <a:pPr>
              <a:buClr>
                <a:schemeClr val="accent2"/>
              </a:buClr>
              <a:buSzPts val="12000"/>
            </a:pPr>
            <a:r>
              <a:rPr lang="fr-CM" sz="1600" b="1" dirty="0">
                <a:solidFill>
                  <a:schemeClr val="accent2"/>
                </a:solidFill>
                <a:latin typeface="Viga"/>
                <a:sym typeface="Viga"/>
              </a:rPr>
              <a:t>5.2 PERFORMANCES</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v"/>
            </a:pPr>
            <a:r>
              <a:rPr lang="en-US" dirty="0" err="1"/>
              <a:t>Réplication</a:t>
            </a:r>
            <a:r>
              <a:rPr lang="en-US" dirty="0"/>
              <a:t> de </a:t>
            </a:r>
            <a:r>
              <a:rPr lang="en-US" dirty="0" err="1"/>
              <a:t>fichiers</a:t>
            </a:r>
            <a:r>
              <a:rPr lang="en-US" dirty="0"/>
              <a:t> &lt;1 Mo </a:t>
            </a:r>
            <a:r>
              <a:rPr lang="en-US" dirty="0" err="1"/>
              <a:t>en</a:t>
            </a:r>
            <a:r>
              <a:rPr lang="en-US" dirty="0"/>
              <a:t> </a:t>
            </a:r>
            <a:r>
              <a:rPr lang="en-US" dirty="0" err="1"/>
              <a:t>moins</a:t>
            </a:r>
            <a:r>
              <a:rPr lang="en-US" dirty="0"/>
              <a:t> de 5 </a:t>
            </a:r>
            <a:r>
              <a:rPr lang="en-US" dirty="0" err="1"/>
              <a:t>secondes</a:t>
            </a:r>
            <a:r>
              <a:rPr lang="fr-CM" dirty="0"/>
              <a:t> </a:t>
            </a:r>
          </a:p>
          <a:p>
            <a:pPr marL="285750" indent="-285750">
              <a:lnSpc>
                <a:spcPct val="200000"/>
              </a:lnSpc>
              <a:buFont typeface="Wingdings" panose="05000000000000000000" pitchFamily="2" charset="2"/>
              <a:buChar char="v"/>
            </a:pPr>
            <a:r>
              <a:rPr lang="en-US" dirty="0" err="1"/>
              <a:t>Faible</a:t>
            </a:r>
            <a:r>
              <a:rPr lang="en-US" dirty="0"/>
              <a:t> </a:t>
            </a:r>
            <a:r>
              <a:rPr lang="en-US" dirty="0" err="1"/>
              <a:t>consommation</a:t>
            </a:r>
            <a:r>
              <a:rPr lang="en-US" dirty="0"/>
              <a:t> réseau et CPU.</a:t>
            </a:r>
            <a:endParaRPr lang="fr-CM" dirty="0"/>
          </a:p>
          <a:p>
            <a:pPr>
              <a:lnSpc>
                <a:spcPct val="200000"/>
              </a:lnSpc>
            </a:pPr>
            <a:endParaRPr lang="fr-CM"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468871A3-D4FD-5BD7-963D-EAABC75932DA}"/>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BD324CD5-DE45-2FEF-3670-F1B3983A9E42}"/>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518874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AB85AF1E-2E64-3285-8885-48C9C5BF4FEC}"/>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E625096C-1E7D-5682-4522-CFA3DA08A400}"/>
              </a:ext>
            </a:extLst>
          </p:cNvPr>
          <p:cNvSpPr txBox="1"/>
          <p:nvPr/>
        </p:nvSpPr>
        <p:spPr>
          <a:xfrm>
            <a:off x="1046455" y="635763"/>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6. ARCHITECTURE TECHNIQUE</a:t>
            </a:r>
          </a:p>
          <a:p>
            <a:pPr>
              <a:buClr>
                <a:schemeClr val="accent2"/>
              </a:buClr>
              <a:buSzPts val="12000"/>
            </a:pPr>
            <a:endParaRPr lang="fr-CM" sz="1600" b="1" dirty="0">
              <a:solidFill>
                <a:schemeClr val="accent2"/>
              </a:solidFill>
              <a:latin typeface="Viga"/>
              <a:sym typeface="Viga"/>
            </a:endParaRPr>
          </a:p>
          <a:p>
            <a:pPr>
              <a:buClr>
                <a:schemeClr val="accent2"/>
              </a:buClr>
              <a:buSzPts val="12000"/>
            </a:pPr>
            <a:r>
              <a:rPr lang="fr-CM" sz="1600" b="1" dirty="0">
                <a:solidFill>
                  <a:schemeClr val="accent2"/>
                </a:solidFill>
                <a:latin typeface="Viga"/>
                <a:sym typeface="Viga"/>
              </a:rPr>
              <a:t>6.1 TECHNOLOGIES UTILISEES</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v"/>
            </a:pPr>
            <a:r>
              <a:rPr lang="en-US" dirty="0"/>
              <a:t>Debian 12</a:t>
            </a:r>
            <a:r>
              <a:rPr lang="fr-CM" dirty="0"/>
              <a:t> </a:t>
            </a:r>
          </a:p>
          <a:p>
            <a:pPr marL="285750" indent="-285750">
              <a:lnSpc>
                <a:spcPct val="200000"/>
              </a:lnSpc>
              <a:buFont typeface="Wingdings" panose="05000000000000000000" pitchFamily="2" charset="2"/>
              <a:buChar char="v"/>
            </a:pPr>
            <a:r>
              <a:rPr lang="en-US" dirty="0" err="1"/>
              <a:t>inotify</a:t>
            </a:r>
            <a:r>
              <a:rPr lang="en-US" dirty="0"/>
              <a:t>-tools</a:t>
            </a:r>
            <a:r>
              <a:rPr lang="fr-CM" dirty="0"/>
              <a:t> </a:t>
            </a:r>
          </a:p>
          <a:p>
            <a:pPr marL="285750" indent="-285750">
              <a:lnSpc>
                <a:spcPct val="200000"/>
              </a:lnSpc>
              <a:buFont typeface="Wingdings" panose="05000000000000000000" pitchFamily="2" charset="2"/>
              <a:buChar char="v"/>
            </a:pPr>
            <a:r>
              <a:rPr lang="en-US" dirty="0"/>
              <a:t> SSH</a:t>
            </a:r>
            <a:r>
              <a:rPr lang="fr-CM" dirty="0"/>
              <a:t> </a:t>
            </a:r>
          </a:p>
          <a:p>
            <a:pPr marL="285750" indent="-285750">
              <a:lnSpc>
                <a:spcPct val="200000"/>
              </a:lnSpc>
              <a:buFont typeface="Wingdings" panose="05000000000000000000" pitchFamily="2" charset="2"/>
              <a:buChar char="v"/>
            </a:pPr>
            <a:r>
              <a:rPr lang="en-US" dirty="0"/>
              <a:t>Git.</a:t>
            </a:r>
            <a:endParaRPr lang="fr-CM" dirty="0"/>
          </a:p>
          <a:p>
            <a:pPr>
              <a:lnSpc>
                <a:spcPct val="200000"/>
              </a:lnSpc>
            </a:pPr>
            <a:endParaRPr lang="fr-CM"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74B9F0FC-41CD-8965-5F8E-213D1D28B2B8}"/>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AA6C9D6C-CFCA-2023-4A3C-FC6D1E32446F}"/>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2763816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AC413DCF-7819-9DEF-4296-A4C1E992E38B}"/>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F7E10338-9EA6-A13B-F274-7D08B4C29DA7}"/>
              </a:ext>
            </a:extLst>
          </p:cNvPr>
          <p:cNvSpPr txBox="1"/>
          <p:nvPr/>
        </p:nvSpPr>
        <p:spPr>
          <a:xfrm>
            <a:off x="1046455" y="635763"/>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8. LIVRABLES</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v"/>
            </a:pPr>
            <a:r>
              <a:rPr lang="en-US" dirty="0"/>
              <a:t>Cahier de charges</a:t>
            </a:r>
            <a:endParaRPr lang="fr-CM" dirty="0"/>
          </a:p>
          <a:p>
            <a:pPr marL="285750" indent="-285750">
              <a:lnSpc>
                <a:spcPct val="200000"/>
              </a:lnSpc>
              <a:buFont typeface="Wingdings" panose="05000000000000000000" pitchFamily="2" charset="2"/>
              <a:buChar char="v"/>
            </a:pPr>
            <a:r>
              <a:rPr lang="fr-FR" dirty="0"/>
              <a:t>Cahier d’analyse</a:t>
            </a:r>
            <a:endParaRPr lang="fr-CM" dirty="0"/>
          </a:p>
          <a:p>
            <a:pPr marL="285750" indent="-285750">
              <a:lnSpc>
                <a:spcPct val="200000"/>
              </a:lnSpc>
              <a:buFont typeface="Wingdings" panose="05000000000000000000" pitchFamily="2" charset="2"/>
              <a:buChar char="v"/>
            </a:pPr>
            <a:r>
              <a:rPr lang="fr-FR" dirty="0"/>
              <a:t>Cahier de conception</a:t>
            </a:r>
            <a:endParaRPr lang="fr-CM" dirty="0"/>
          </a:p>
          <a:p>
            <a:pPr marL="285750" indent="-285750">
              <a:lnSpc>
                <a:spcPct val="200000"/>
              </a:lnSpc>
              <a:buFont typeface="Wingdings" panose="05000000000000000000" pitchFamily="2" charset="2"/>
              <a:buChar char="v"/>
            </a:pPr>
            <a:r>
              <a:rPr lang="fr-FR" dirty="0"/>
              <a:t>Plateforme fonctionnelle avec interface graphique</a:t>
            </a:r>
            <a:endParaRPr lang="fr-CM" dirty="0"/>
          </a:p>
        </p:txBody>
      </p:sp>
      <p:sp>
        <p:nvSpPr>
          <p:cNvPr id="557" name="Google Shape;557;p38">
            <a:extLst>
              <a:ext uri="{FF2B5EF4-FFF2-40B4-BE49-F238E27FC236}">
                <a16:creationId xmlns:a16="http://schemas.microsoft.com/office/drawing/2014/main" id="{83AC4DC3-6EF5-9725-C503-6AC3B2464ED4}"/>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0C2B8B0F-6FEA-AC9C-F8F4-CA928798464D}"/>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1808829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CE078F08-C160-0FB4-F266-8226C54248E6}"/>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62E3C6A9-C3B8-0E0F-4C17-D659F6967A06}"/>
              </a:ext>
            </a:extLst>
          </p:cNvPr>
          <p:cNvSpPr txBox="1"/>
          <p:nvPr/>
        </p:nvSpPr>
        <p:spPr>
          <a:xfrm>
            <a:off x="1046455" y="635763"/>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9. ECHEANCIER</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285750" indent="-285750">
              <a:lnSpc>
                <a:spcPct val="200000"/>
              </a:lnSpc>
              <a:buFont typeface="Wingdings" panose="05000000000000000000" pitchFamily="2" charset="2"/>
              <a:buChar char="v"/>
            </a:pPr>
            <a:r>
              <a:rPr lang="en-US" dirty="0"/>
              <a:t>PHASE 1 : conception, Architecture et Planification</a:t>
            </a:r>
            <a:r>
              <a:rPr lang="fr-CM" dirty="0"/>
              <a:t> </a:t>
            </a:r>
            <a:r>
              <a:rPr lang="en-US" dirty="0"/>
              <a:t>Guide </a:t>
            </a:r>
            <a:r>
              <a:rPr lang="en-US" dirty="0" err="1"/>
              <a:t>d’installation</a:t>
            </a:r>
            <a:endParaRPr lang="en-US" dirty="0"/>
          </a:p>
          <a:p>
            <a:pPr marL="285750" indent="-285750">
              <a:lnSpc>
                <a:spcPct val="200000"/>
              </a:lnSpc>
              <a:buFont typeface="Wingdings" panose="05000000000000000000" pitchFamily="2" charset="2"/>
              <a:buChar char="v"/>
            </a:pPr>
            <a:r>
              <a:rPr lang="en-US" dirty="0"/>
              <a:t>Phase 2 : . Développement et </a:t>
            </a:r>
            <a:r>
              <a:rPr lang="en-US" dirty="0" err="1"/>
              <a:t>Intégration</a:t>
            </a:r>
            <a:r>
              <a:rPr lang="fr-CM" dirty="0"/>
              <a:t>  </a:t>
            </a:r>
          </a:p>
          <a:p>
            <a:pPr marL="285750" indent="-285750">
              <a:lnSpc>
                <a:spcPct val="200000"/>
              </a:lnSpc>
              <a:buFont typeface="Wingdings" panose="05000000000000000000" pitchFamily="2" charset="2"/>
              <a:buChar char="v"/>
            </a:pPr>
            <a:r>
              <a:rPr lang="en-US" dirty="0"/>
              <a:t>Phase 3 : Validation, </a:t>
            </a:r>
            <a:r>
              <a:rPr lang="en-US" dirty="0" err="1"/>
              <a:t>Optimisation</a:t>
            </a:r>
            <a:r>
              <a:rPr lang="en-US" dirty="0"/>
              <a:t> et </a:t>
            </a:r>
            <a:r>
              <a:rPr lang="en-US" dirty="0" err="1"/>
              <a:t>Clôture</a:t>
            </a:r>
            <a:r>
              <a:rPr lang="fr-CM" dirty="0"/>
              <a:t> </a:t>
            </a:r>
          </a:p>
        </p:txBody>
      </p:sp>
      <p:sp>
        <p:nvSpPr>
          <p:cNvPr id="557" name="Google Shape;557;p38">
            <a:extLst>
              <a:ext uri="{FF2B5EF4-FFF2-40B4-BE49-F238E27FC236}">
                <a16:creationId xmlns:a16="http://schemas.microsoft.com/office/drawing/2014/main" id="{63C111C7-3585-792C-14EE-00A0CE90D6CA}"/>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146B7528-FDE9-CEF3-7D13-DBAF40112FB6}"/>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pic>
        <p:nvPicPr>
          <p:cNvPr id="5" name="Image 38"/>
          <p:cNvPicPr/>
          <p:nvPr/>
        </p:nvPicPr>
        <p:blipFill rotWithShape="1">
          <a:blip r:embed="rId3"/>
          <a:srcRect t="20096"/>
          <a:stretch/>
        </p:blipFill>
        <p:spPr>
          <a:xfrm>
            <a:off x="110168" y="1145754"/>
            <a:ext cx="8879595" cy="3492348"/>
          </a:xfrm>
          <a:prstGeom prst="rect">
            <a:avLst/>
          </a:prstGeom>
          <a:ln w="18000">
            <a:noFill/>
          </a:ln>
        </p:spPr>
      </p:pic>
      <p:sp>
        <p:nvSpPr>
          <p:cNvPr id="2" name="Rectangle à coins arrondis 1"/>
          <p:cNvSpPr/>
          <p:nvPr/>
        </p:nvSpPr>
        <p:spPr>
          <a:xfrm>
            <a:off x="3380495" y="2535559"/>
            <a:ext cx="1608463" cy="182467"/>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p:cNvSpPr txBox="1"/>
          <p:nvPr/>
        </p:nvSpPr>
        <p:spPr>
          <a:xfrm>
            <a:off x="3664103" y="2499834"/>
            <a:ext cx="1324855" cy="253916"/>
          </a:xfrm>
          <a:prstGeom prst="rect">
            <a:avLst/>
          </a:prstGeom>
          <a:noFill/>
        </p:spPr>
        <p:txBody>
          <a:bodyPr wrap="square" rtlCol="0">
            <a:spAutoFit/>
          </a:bodyPr>
          <a:lstStyle/>
          <a:p>
            <a:r>
              <a:rPr lang="fr-FR" sz="1050" dirty="0">
                <a:solidFill>
                  <a:schemeClr val="accent5"/>
                </a:solidFill>
              </a:rPr>
              <a:t>22 DEC 2025</a:t>
            </a:r>
          </a:p>
        </p:txBody>
      </p:sp>
      <p:sp>
        <p:nvSpPr>
          <p:cNvPr id="8" name="Rectangle à coins arrondis 7"/>
          <p:cNvSpPr/>
          <p:nvPr/>
        </p:nvSpPr>
        <p:spPr>
          <a:xfrm>
            <a:off x="3814034" y="2949897"/>
            <a:ext cx="1748566" cy="182467"/>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p:cNvSpPr txBox="1"/>
          <p:nvPr/>
        </p:nvSpPr>
        <p:spPr>
          <a:xfrm>
            <a:off x="4097642" y="2914172"/>
            <a:ext cx="1324855" cy="253916"/>
          </a:xfrm>
          <a:prstGeom prst="rect">
            <a:avLst/>
          </a:prstGeom>
          <a:noFill/>
        </p:spPr>
        <p:txBody>
          <a:bodyPr wrap="square" rtlCol="0">
            <a:spAutoFit/>
          </a:bodyPr>
          <a:lstStyle/>
          <a:p>
            <a:r>
              <a:rPr lang="fr-FR" sz="1050" dirty="0">
                <a:solidFill>
                  <a:schemeClr val="accent5"/>
                </a:solidFill>
              </a:rPr>
              <a:t>23-27 DEC 2025</a:t>
            </a:r>
          </a:p>
        </p:txBody>
      </p:sp>
      <p:sp>
        <p:nvSpPr>
          <p:cNvPr id="10" name="Rectangle à coins arrondis 9"/>
          <p:cNvSpPr/>
          <p:nvPr/>
        </p:nvSpPr>
        <p:spPr>
          <a:xfrm>
            <a:off x="3328108" y="3644882"/>
            <a:ext cx="1729667" cy="182467"/>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3611716" y="3609157"/>
            <a:ext cx="1324855" cy="253916"/>
          </a:xfrm>
          <a:prstGeom prst="rect">
            <a:avLst/>
          </a:prstGeom>
          <a:noFill/>
        </p:spPr>
        <p:txBody>
          <a:bodyPr wrap="square" rtlCol="0">
            <a:spAutoFit/>
          </a:bodyPr>
          <a:lstStyle/>
          <a:p>
            <a:r>
              <a:rPr lang="fr-FR" sz="1050" dirty="0">
                <a:solidFill>
                  <a:schemeClr val="accent5"/>
                </a:solidFill>
              </a:rPr>
              <a:t>2-6 JAN 2026</a:t>
            </a:r>
          </a:p>
        </p:txBody>
      </p:sp>
      <p:sp>
        <p:nvSpPr>
          <p:cNvPr id="12" name="Rectangle à coins arrondis 11"/>
          <p:cNvSpPr/>
          <p:nvPr/>
        </p:nvSpPr>
        <p:spPr>
          <a:xfrm>
            <a:off x="4774167" y="4085951"/>
            <a:ext cx="3341993" cy="182467"/>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ZoneTexte 12"/>
          <p:cNvSpPr txBox="1"/>
          <p:nvPr/>
        </p:nvSpPr>
        <p:spPr>
          <a:xfrm>
            <a:off x="5800236" y="4050226"/>
            <a:ext cx="2752725" cy="253916"/>
          </a:xfrm>
          <a:prstGeom prst="rect">
            <a:avLst/>
          </a:prstGeom>
          <a:noFill/>
        </p:spPr>
        <p:txBody>
          <a:bodyPr wrap="square" rtlCol="0">
            <a:spAutoFit/>
          </a:bodyPr>
          <a:lstStyle/>
          <a:p>
            <a:r>
              <a:rPr lang="fr-FR" sz="1050" dirty="0">
                <a:solidFill>
                  <a:schemeClr val="accent5"/>
                </a:solidFill>
              </a:rPr>
              <a:t>9 JAN - 6 FEV 2026</a:t>
            </a:r>
          </a:p>
        </p:txBody>
      </p:sp>
      <p:sp>
        <p:nvSpPr>
          <p:cNvPr id="6" name="Rectangle : coins arrondis 5">
            <a:extLst>
              <a:ext uri="{FF2B5EF4-FFF2-40B4-BE49-F238E27FC236}">
                <a16:creationId xmlns:a16="http://schemas.microsoft.com/office/drawing/2014/main" id="{BE80EB3B-B2EA-095B-934F-3FC02CD7E4E5}"/>
              </a:ext>
            </a:extLst>
          </p:cNvPr>
          <p:cNvSpPr/>
          <p:nvPr/>
        </p:nvSpPr>
        <p:spPr>
          <a:xfrm>
            <a:off x="5820795" y="3723247"/>
            <a:ext cx="464175" cy="196614"/>
          </a:xfrm>
          <a:prstGeom prst="roundRect">
            <a:avLst/>
          </a:prstGeom>
          <a:solidFill>
            <a:srgbClr val="F9F6F2"/>
          </a:solidFill>
          <a:ln>
            <a:solidFill>
              <a:srgbClr val="F9F6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30</a:t>
            </a:r>
          </a:p>
        </p:txBody>
      </p:sp>
    </p:spTree>
    <p:extLst>
      <p:ext uri="{BB962C8B-B14F-4D97-AF65-F5344CB8AC3E}">
        <p14:creationId xmlns:p14="http://schemas.microsoft.com/office/powerpoint/2010/main" val="3464107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730A4FDF-2BB2-DEAA-AA9F-3944879816B5}"/>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1A3E4653-A680-DF16-0010-B2A119917B60}"/>
              </a:ext>
            </a:extLst>
          </p:cNvPr>
          <p:cNvSpPr txBox="1"/>
          <p:nvPr/>
        </p:nvSpPr>
        <p:spPr>
          <a:xfrm>
            <a:off x="649056" y="1648568"/>
            <a:ext cx="7845888" cy="2450127"/>
          </a:xfrm>
          <a:prstGeom prst="rect">
            <a:avLst/>
          </a:prstGeom>
          <a:noFill/>
          <a:ln>
            <a:noFill/>
          </a:ln>
        </p:spPr>
        <p:txBody>
          <a:bodyPr spcFirstLastPara="1" wrap="square" lIns="91425" tIns="0" rIns="91425" bIns="0" anchor="t" anchorCtr="0">
            <a:noAutofit/>
          </a:bodyPr>
          <a:lstStyle/>
          <a:p>
            <a:pPr indent="180340" algn="ctr">
              <a:buClr>
                <a:schemeClr val="accent2"/>
              </a:buClr>
              <a:buSzPts val="12000"/>
            </a:pPr>
            <a:r>
              <a:rPr lang="fr-CM" sz="4400" b="1" dirty="0">
                <a:solidFill>
                  <a:schemeClr val="accent2"/>
                </a:solidFill>
                <a:latin typeface="Viga"/>
              </a:rPr>
              <a:t>BUDGETISATION </a:t>
            </a:r>
          </a:p>
          <a:p>
            <a:pPr indent="180340" algn="ctr">
              <a:lnSpc>
                <a:spcPct val="107000"/>
              </a:lnSpc>
              <a:spcBef>
                <a:spcPts val="1200"/>
              </a:spcBef>
            </a:pPr>
            <a:endParaRPr lang="fr-CM" sz="2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D6907DC7-6D03-B538-D341-78A40D82F60B}"/>
              </a:ext>
            </a:extLst>
          </p:cNvPr>
          <p:cNvSpPr txBox="1"/>
          <p:nvPr/>
        </p:nvSpPr>
        <p:spPr>
          <a:xfrm>
            <a:off x="5326868" y="3170932"/>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D9901EFB-6E9F-218C-C4BF-E640D0AFD874}"/>
              </a:ext>
            </a:extLst>
          </p:cNvPr>
          <p:cNvSpPr txBox="1"/>
          <p:nvPr/>
        </p:nvSpPr>
        <p:spPr>
          <a:xfrm>
            <a:off x="5329591" y="1648568"/>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spTree>
    <p:extLst>
      <p:ext uri="{BB962C8B-B14F-4D97-AF65-F5344CB8AC3E}">
        <p14:creationId xmlns:p14="http://schemas.microsoft.com/office/powerpoint/2010/main" val="3641356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865FD29D-DB43-FE5A-A6AB-9E94F3B02092}"/>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3BFDFA3C-5FE9-F234-76EE-4289D5A86C28}"/>
              </a:ext>
            </a:extLst>
          </p:cNvPr>
          <p:cNvSpPr txBox="1"/>
          <p:nvPr/>
        </p:nvSpPr>
        <p:spPr>
          <a:xfrm>
            <a:off x="609133" y="635763"/>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RESSOURCES NECESSAIRES</a:t>
            </a:r>
          </a:p>
          <a:p>
            <a:pPr>
              <a:buClr>
                <a:schemeClr val="accent2"/>
              </a:buClr>
              <a:buSzPts val="12000"/>
            </a:pPr>
            <a:endParaRPr lang="fr-CM" sz="1600" b="1" dirty="0">
              <a:solidFill>
                <a:schemeClr val="accent2"/>
              </a:solidFill>
              <a:latin typeface="Viga"/>
              <a:sym typeface="Viga"/>
            </a:endParaRPr>
          </a:p>
          <a:p>
            <a:pPr>
              <a:buClr>
                <a:schemeClr val="accent2"/>
              </a:buClr>
              <a:buSzPts val="12000"/>
            </a:pPr>
            <a:r>
              <a:rPr lang="fr-CM" sz="1600" b="1" dirty="0">
                <a:solidFill>
                  <a:schemeClr val="accent2"/>
                </a:solidFill>
                <a:latin typeface="Viga"/>
                <a:sym typeface="Viga"/>
              </a:rPr>
              <a:t> RESSOURCES MATERIELLES</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A415C399-6E81-3EBC-7439-6D75AC4174FE}"/>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DCB26196-EAE8-E51A-AE6A-B18D8A6BF496}"/>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graphicFrame>
        <p:nvGraphicFramePr>
          <p:cNvPr id="3" name="Tableau 2">
            <a:extLst>
              <a:ext uri="{FF2B5EF4-FFF2-40B4-BE49-F238E27FC236}">
                <a16:creationId xmlns:a16="http://schemas.microsoft.com/office/drawing/2014/main" id="{4E83B4A2-FD93-B102-1414-98D1A5044F76}"/>
              </a:ext>
            </a:extLst>
          </p:cNvPr>
          <p:cNvGraphicFramePr>
            <a:graphicFrameLocks noGrp="1"/>
          </p:cNvGraphicFramePr>
          <p:nvPr>
            <p:extLst>
              <p:ext uri="{D42A27DB-BD31-4B8C-83A1-F6EECF244321}">
                <p14:modId xmlns:p14="http://schemas.microsoft.com/office/powerpoint/2010/main" val="1097015781"/>
              </p:ext>
            </p:extLst>
          </p:nvPr>
        </p:nvGraphicFramePr>
        <p:xfrm>
          <a:off x="1077686" y="1591375"/>
          <a:ext cx="7457180" cy="2145184"/>
        </p:xfrm>
        <a:graphic>
          <a:graphicData uri="http://schemas.openxmlformats.org/drawingml/2006/table">
            <a:tbl>
              <a:tblPr firstRow="1" bandRow="1">
                <a:tableStyleId>{F1717D3C-9BDB-45C7-828E-A1A48B0205C0}</a:tableStyleId>
              </a:tblPr>
              <a:tblGrid>
                <a:gridCol w="1864295">
                  <a:extLst>
                    <a:ext uri="{9D8B030D-6E8A-4147-A177-3AD203B41FA5}">
                      <a16:colId xmlns:a16="http://schemas.microsoft.com/office/drawing/2014/main" val="3530271185"/>
                    </a:ext>
                  </a:extLst>
                </a:gridCol>
                <a:gridCol w="1864295">
                  <a:extLst>
                    <a:ext uri="{9D8B030D-6E8A-4147-A177-3AD203B41FA5}">
                      <a16:colId xmlns:a16="http://schemas.microsoft.com/office/drawing/2014/main" val="1993017718"/>
                    </a:ext>
                  </a:extLst>
                </a:gridCol>
                <a:gridCol w="1864295">
                  <a:extLst>
                    <a:ext uri="{9D8B030D-6E8A-4147-A177-3AD203B41FA5}">
                      <a16:colId xmlns:a16="http://schemas.microsoft.com/office/drawing/2014/main" val="1950352482"/>
                    </a:ext>
                  </a:extLst>
                </a:gridCol>
                <a:gridCol w="1864295">
                  <a:extLst>
                    <a:ext uri="{9D8B030D-6E8A-4147-A177-3AD203B41FA5}">
                      <a16:colId xmlns:a16="http://schemas.microsoft.com/office/drawing/2014/main" val="1117180113"/>
                    </a:ext>
                  </a:extLst>
                </a:gridCol>
              </a:tblGrid>
              <a:tr h="406756">
                <a:tc>
                  <a:txBody>
                    <a:bodyPr/>
                    <a:lstStyle/>
                    <a:p>
                      <a:r>
                        <a:rPr lang="fr-FR" dirty="0">
                          <a:solidFill>
                            <a:schemeClr val="accent1"/>
                          </a:solidFill>
                        </a:rPr>
                        <a:t>OUTILS</a:t>
                      </a:r>
                    </a:p>
                  </a:txBody>
                  <a:tcPr/>
                </a:tc>
                <a:tc>
                  <a:txBody>
                    <a:bodyPr/>
                    <a:lstStyle/>
                    <a:p>
                      <a:r>
                        <a:rPr lang="fr-FR" dirty="0">
                          <a:solidFill>
                            <a:schemeClr val="accent1"/>
                          </a:solidFill>
                        </a:rPr>
                        <a:t>QUANTITE</a:t>
                      </a:r>
                    </a:p>
                  </a:txBody>
                  <a:tcPr/>
                </a:tc>
                <a:tc>
                  <a:txBody>
                    <a:bodyPr/>
                    <a:lstStyle/>
                    <a:p>
                      <a:r>
                        <a:rPr lang="fr-FR" dirty="0">
                          <a:solidFill>
                            <a:schemeClr val="accent1"/>
                          </a:solidFill>
                        </a:rPr>
                        <a:t>DESCRIPTION</a:t>
                      </a:r>
                    </a:p>
                  </a:txBody>
                  <a:tcPr/>
                </a:tc>
                <a:tc>
                  <a:txBody>
                    <a:bodyPr/>
                    <a:lstStyle/>
                    <a:p>
                      <a:r>
                        <a:rPr lang="fr-FR" dirty="0">
                          <a:solidFill>
                            <a:schemeClr val="accent1"/>
                          </a:solidFill>
                        </a:rPr>
                        <a:t>MONTANT ( </a:t>
                      </a:r>
                      <a:r>
                        <a:rPr lang="fr-FR" dirty="0" err="1">
                          <a:solidFill>
                            <a:schemeClr val="accent1"/>
                          </a:solidFill>
                        </a:rPr>
                        <a:t>fcfa</a:t>
                      </a:r>
                      <a:r>
                        <a:rPr lang="fr-FR" dirty="0">
                          <a:solidFill>
                            <a:schemeClr val="accent1"/>
                          </a:solidFill>
                        </a:rPr>
                        <a:t> )</a:t>
                      </a:r>
                    </a:p>
                  </a:txBody>
                  <a:tcPr/>
                </a:tc>
                <a:extLst>
                  <a:ext uri="{0D108BD9-81ED-4DB2-BD59-A6C34878D82A}">
                    <a16:rowId xmlns:a16="http://schemas.microsoft.com/office/drawing/2014/main" val="2514678295"/>
                  </a:ext>
                </a:extLst>
              </a:tr>
              <a:tr h="406756">
                <a:tc>
                  <a:txBody>
                    <a:bodyPr/>
                    <a:lstStyle/>
                    <a:p>
                      <a:endParaRPr lang="fr-FR" dirty="0"/>
                    </a:p>
                  </a:txBody>
                  <a:tcPr/>
                </a:tc>
                <a:tc>
                  <a:txBody>
                    <a:bodyPr/>
                    <a:lstStyle/>
                    <a:p>
                      <a:r>
                        <a:rPr lang="fr-FR"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dirty="0"/>
                        <a:t>MacBook M3 pro </a:t>
                      </a:r>
                    </a:p>
                  </a:txBody>
                  <a:tcPr/>
                </a:tc>
                <a:tc>
                  <a:txBody>
                    <a:bodyPr/>
                    <a:lstStyle/>
                    <a:p>
                      <a:r>
                        <a:rPr lang="fr-FR" dirty="0"/>
                        <a:t>1 500 000</a:t>
                      </a:r>
                    </a:p>
                  </a:txBody>
                  <a:tcPr/>
                </a:tc>
                <a:extLst>
                  <a:ext uri="{0D108BD9-81ED-4DB2-BD59-A6C34878D82A}">
                    <a16:rowId xmlns:a16="http://schemas.microsoft.com/office/drawing/2014/main" val="3736083988"/>
                  </a:ext>
                </a:extLst>
              </a:tr>
              <a:tr h="406756">
                <a:tc>
                  <a:txBody>
                    <a:bodyPr/>
                    <a:lstStyle/>
                    <a:p>
                      <a:endParaRPr lang="fr-FR" dirty="0"/>
                    </a:p>
                  </a:txBody>
                  <a:tcPr/>
                </a:tc>
                <a:tc>
                  <a:txBody>
                    <a:bodyPr/>
                    <a:lstStyle/>
                    <a:p>
                      <a:r>
                        <a:rPr lang="fr-FR" dirty="0"/>
                        <a:t>1</a:t>
                      </a:r>
                    </a:p>
                  </a:txBody>
                  <a:tcPr/>
                </a:tc>
                <a:tc>
                  <a:txBody>
                    <a:bodyPr/>
                    <a:lstStyle/>
                    <a:p>
                      <a:r>
                        <a:rPr lang="fr-FR" dirty="0"/>
                        <a:t>MacBook M1</a:t>
                      </a:r>
                    </a:p>
                  </a:txBody>
                  <a:tcPr/>
                </a:tc>
                <a:tc>
                  <a:txBody>
                    <a:bodyPr/>
                    <a:lstStyle/>
                    <a:p>
                      <a:r>
                        <a:rPr lang="fr-FR" dirty="0"/>
                        <a:t>300 000</a:t>
                      </a:r>
                    </a:p>
                  </a:txBody>
                  <a:tcPr/>
                </a:tc>
                <a:extLst>
                  <a:ext uri="{0D108BD9-81ED-4DB2-BD59-A6C34878D82A}">
                    <a16:rowId xmlns:a16="http://schemas.microsoft.com/office/drawing/2014/main" val="3283679149"/>
                  </a:ext>
                </a:extLst>
              </a:tr>
              <a:tr h="406756">
                <a:tc>
                  <a:txBody>
                    <a:bodyPr/>
                    <a:lstStyle/>
                    <a:p>
                      <a:r>
                        <a:rPr lang="fr-FR" dirty="0"/>
                        <a:t>Box internet</a:t>
                      </a:r>
                    </a:p>
                  </a:txBody>
                  <a:tcPr/>
                </a:tc>
                <a:tc>
                  <a:txBody>
                    <a:bodyPr/>
                    <a:lstStyle/>
                    <a:p>
                      <a:r>
                        <a:rPr lang="fr-FR" dirty="0"/>
                        <a:t>1</a:t>
                      </a:r>
                    </a:p>
                  </a:txBody>
                  <a:tcPr/>
                </a:tc>
                <a:tc>
                  <a:txBody>
                    <a:bodyPr/>
                    <a:lstStyle/>
                    <a:p>
                      <a:r>
                        <a:rPr lang="fr-FR" dirty="0"/>
                        <a:t>Box MTN</a:t>
                      </a:r>
                    </a:p>
                  </a:txBody>
                  <a:tcPr/>
                </a:tc>
                <a:tc>
                  <a:txBody>
                    <a:bodyPr/>
                    <a:lstStyle/>
                    <a:p>
                      <a:r>
                        <a:rPr lang="fr-FR" dirty="0"/>
                        <a:t>25 000</a:t>
                      </a:r>
                    </a:p>
                  </a:txBody>
                  <a:tcPr/>
                </a:tc>
                <a:extLst>
                  <a:ext uri="{0D108BD9-81ED-4DB2-BD59-A6C34878D82A}">
                    <a16:rowId xmlns:a16="http://schemas.microsoft.com/office/drawing/2014/main" val="3003278973"/>
                  </a:ext>
                </a:extLst>
              </a:tr>
              <a:tr h="494302">
                <a:tc>
                  <a:txBody>
                    <a:bodyPr/>
                    <a:lstStyle/>
                    <a:p>
                      <a:r>
                        <a:rPr lang="fr-FR" dirty="0"/>
                        <a:t>Service : forfait internet</a:t>
                      </a:r>
                    </a:p>
                  </a:txBody>
                  <a:tcPr/>
                </a:tc>
                <a:tc>
                  <a:txBody>
                    <a:bodyPr/>
                    <a:lstStyle/>
                    <a:p>
                      <a:r>
                        <a:rPr lang="fr-FR" dirty="0"/>
                        <a:t>2</a:t>
                      </a:r>
                    </a:p>
                  </a:txBody>
                  <a:tcPr/>
                </a:tc>
                <a:tc>
                  <a:txBody>
                    <a:bodyPr/>
                    <a:lstStyle/>
                    <a:p>
                      <a:endParaRPr lang="fr-FR" dirty="0"/>
                    </a:p>
                  </a:txBody>
                  <a:tcPr/>
                </a:tc>
                <a:tc>
                  <a:txBody>
                    <a:bodyPr/>
                    <a:lstStyle/>
                    <a:p>
                      <a:r>
                        <a:rPr lang="fr-FR" dirty="0"/>
                        <a:t>25 000</a:t>
                      </a:r>
                    </a:p>
                  </a:txBody>
                  <a:tcPr/>
                </a:tc>
                <a:extLst>
                  <a:ext uri="{0D108BD9-81ED-4DB2-BD59-A6C34878D82A}">
                    <a16:rowId xmlns:a16="http://schemas.microsoft.com/office/drawing/2014/main" val="2529651963"/>
                  </a:ext>
                </a:extLst>
              </a:tr>
            </a:tbl>
          </a:graphicData>
        </a:graphic>
      </p:graphicFrame>
    </p:spTree>
    <p:extLst>
      <p:ext uri="{BB962C8B-B14F-4D97-AF65-F5344CB8AC3E}">
        <p14:creationId xmlns:p14="http://schemas.microsoft.com/office/powerpoint/2010/main" val="11166090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B7907F1D-53BA-07BB-DB92-2F99C97A7594}"/>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C16620B9-A278-B0FC-1F00-8B78E76F6839}"/>
              </a:ext>
            </a:extLst>
          </p:cNvPr>
          <p:cNvSpPr txBox="1"/>
          <p:nvPr/>
        </p:nvSpPr>
        <p:spPr>
          <a:xfrm>
            <a:off x="609133" y="635763"/>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RESSOURCES NECESSAIRES</a:t>
            </a:r>
          </a:p>
          <a:p>
            <a:pPr>
              <a:buClr>
                <a:schemeClr val="accent2"/>
              </a:buClr>
              <a:buSzPts val="12000"/>
            </a:pPr>
            <a:endParaRPr lang="fr-CM" sz="1600" b="1" dirty="0">
              <a:solidFill>
                <a:schemeClr val="accent2"/>
              </a:solidFill>
              <a:latin typeface="Viga"/>
              <a:sym typeface="Viga"/>
            </a:endParaRPr>
          </a:p>
          <a:p>
            <a:pPr>
              <a:buClr>
                <a:schemeClr val="accent2"/>
              </a:buClr>
              <a:buSzPts val="12000"/>
            </a:pPr>
            <a:r>
              <a:rPr lang="fr-CM" sz="1600" b="1" dirty="0">
                <a:solidFill>
                  <a:schemeClr val="accent2"/>
                </a:solidFill>
                <a:latin typeface="Viga"/>
                <a:sym typeface="Viga"/>
              </a:rPr>
              <a:t> RESSOURCES HUMAINES</a:t>
            </a:r>
          </a:p>
          <a:p>
            <a:pPr indent="180340">
              <a:lnSpc>
                <a:spcPct val="107000"/>
              </a:lnSpc>
              <a:spcBef>
                <a:spcPts val="200"/>
              </a:spcBef>
            </a:pP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225D93DE-8223-2279-4088-DCABDCE3B425}"/>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7EAFA5EC-5168-ADF2-8840-4587D67599DC}"/>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graphicFrame>
        <p:nvGraphicFramePr>
          <p:cNvPr id="3" name="Tableau 2">
            <a:extLst>
              <a:ext uri="{FF2B5EF4-FFF2-40B4-BE49-F238E27FC236}">
                <a16:creationId xmlns:a16="http://schemas.microsoft.com/office/drawing/2014/main" id="{6A5B0F40-5484-0BE0-9A89-17C86B371EDD}"/>
              </a:ext>
            </a:extLst>
          </p:cNvPr>
          <p:cNvGraphicFramePr>
            <a:graphicFrameLocks noGrp="1"/>
          </p:cNvGraphicFramePr>
          <p:nvPr>
            <p:extLst>
              <p:ext uri="{D42A27DB-BD31-4B8C-83A1-F6EECF244321}">
                <p14:modId xmlns:p14="http://schemas.microsoft.com/office/powerpoint/2010/main" val="3493197154"/>
              </p:ext>
            </p:extLst>
          </p:nvPr>
        </p:nvGraphicFramePr>
        <p:xfrm>
          <a:off x="1285460" y="1488987"/>
          <a:ext cx="4066210" cy="1889096"/>
        </p:xfrm>
        <a:graphic>
          <a:graphicData uri="http://schemas.openxmlformats.org/drawingml/2006/table">
            <a:tbl>
              <a:tblPr firstRow="1" bandRow="1">
                <a:tableStyleId>{F1717D3C-9BDB-45C7-828E-A1A48B0205C0}</a:tableStyleId>
              </a:tblPr>
              <a:tblGrid>
                <a:gridCol w="2033105">
                  <a:extLst>
                    <a:ext uri="{9D8B030D-6E8A-4147-A177-3AD203B41FA5}">
                      <a16:colId xmlns:a16="http://schemas.microsoft.com/office/drawing/2014/main" val="3530271185"/>
                    </a:ext>
                  </a:extLst>
                </a:gridCol>
                <a:gridCol w="2033105">
                  <a:extLst>
                    <a:ext uri="{9D8B030D-6E8A-4147-A177-3AD203B41FA5}">
                      <a16:colId xmlns:a16="http://schemas.microsoft.com/office/drawing/2014/main" val="1117180113"/>
                    </a:ext>
                  </a:extLst>
                </a:gridCol>
              </a:tblGrid>
              <a:tr h="426388">
                <a:tc>
                  <a:txBody>
                    <a:bodyPr/>
                    <a:lstStyle/>
                    <a:p>
                      <a:r>
                        <a:rPr lang="fr-FR" dirty="0">
                          <a:solidFill>
                            <a:schemeClr val="accent1"/>
                          </a:solidFill>
                        </a:rPr>
                        <a:t>EMPLOYES</a:t>
                      </a:r>
                    </a:p>
                  </a:txBody>
                  <a:tcPr/>
                </a:tc>
                <a:tc>
                  <a:txBody>
                    <a:bodyPr/>
                    <a:lstStyle/>
                    <a:p>
                      <a:r>
                        <a:rPr lang="fr-FR" dirty="0">
                          <a:solidFill>
                            <a:schemeClr val="accent1"/>
                          </a:solidFill>
                        </a:rPr>
                        <a:t>SALAIRE  ( MOIS )</a:t>
                      </a:r>
                    </a:p>
                  </a:txBody>
                  <a:tcPr/>
                </a:tc>
                <a:extLst>
                  <a:ext uri="{0D108BD9-81ED-4DB2-BD59-A6C34878D82A}">
                    <a16:rowId xmlns:a16="http://schemas.microsoft.com/office/drawing/2014/main" val="2514678295"/>
                  </a:ext>
                </a:extLst>
              </a:tr>
              <a:tr h="426388">
                <a:tc>
                  <a:txBody>
                    <a:bodyPr/>
                    <a:lstStyle/>
                    <a:p>
                      <a:r>
                        <a:rPr lang="fr-FR" dirty="0"/>
                        <a:t>  développeur front (junior)</a:t>
                      </a:r>
                    </a:p>
                  </a:txBody>
                  <a:tcPr/>
                </a:tc>
                <a:tc>
                  <a:txBody>
                    <a:bodyPr/>
                    <a:lstStyle/>
                    <a:p>
                      <a:r>
                        <a:rPr lang="fr-FR" dirty="0"/>
                        <a:t>75 000</a:t>
                      </a:r>
                    </a:p>
                  </a:txBody>
                  <a:tcPr/>
                </a:tc>
                <a:extLst>
                  <a:ext uri="{0D108BD9-81ED-4DB2-BD59-A6C34878D82A}">
                    <a16:rowId xmlns:a16="http://schemas.microsoft.com/office/drawing/2014/main" val="3283679149"/>
                  </a:ext>
                </a:extLst>
              </a:tr>
              <a:tr h="426388">
                <a:tc>
                  <a:txBody>
                    <a:bodyPr/>
                    <a:lstStyle/>
                    <a:p>
                      <a:r>
                        <a:rPr lang="fr-FR" dirty="0"/>
                        <a:t>Administrateur système ( junior)</a:t>
                      </a:r>
                    </a:p>
                  </a:txBody>
                  <a:tcPr/>
                </a:tc>
                <a:tc>
                  <a:txBody>
                    <a:bodyPr/>
                    <a:lstStyle/>
                    <a:p>
                      <a:r>
                        <a:rPr lang="fr-FR" dirty="0"/>
                        <a:t>150 000</a:t>
                      </a:r>
                    </a:p>
                  </a:txBody>
                  <a:tcPr/>
                </a:tc>
                <a:extLst>
                  <a:ext uri="{0D108BD9-81ED-4DB2-BD59-A6C34878D82A}">
                    <a16:rowId xmlns:a16="http://schemas.microsoft.com/office/drawing/2014/main" val="3003278973"/>
                  </a:ext>
                </a:extLst>
              </a:tr>
              <a:tr h="426388">
                <a:tc>
                  <a:txBody>
                    <a:bodyPr/>
                    <a:lstStyle/>
                    <a:p>
                      <a:r>
                        <a:rPr lang="fr-FR" dirty="0"/>
                        <a:t>Testeur </a:t>
                      </a:r>
                    </a:p>
                  </a:txBody>
                  <a:tcPr/>
                </a:tc>
                <a:tc>
                  <a:txBody>
                    <a:bodyPr/>
                    <a:lstStyle/>
                    <a:p>
                      <a:r>
                        <a:rPr lang="fr-FR" dirty="0"/>
                        <a:t>75 000</a:t>
                      </a:r>
                    </a:p>
                  </a:txBody>
                  <a:tcPr/>
                </a:tc>
                <a:extLst>
                  <a:ext uri="{0D108BD9-81ED-4DB2-BD59-A6C34878D82A}">
                    <a16:rowId xmlns:a16="http://schemas.microsoft.com/office/drawing/2014/main" val="1034105805"/>
                  </a:ext>
                </a:extLst>
              </a:tr>
            </a:tbl>
          </a:graphicData>
        </a:graphic>
      </p:graphicFrame>
    </p:spTree>
    <p:extLst>
      <p:ext uri="{BB962C8B-B14F-4D97-AF65-F5344CB8AC3E}">
        <p14:creationId xmlns:p14="http://schemas.microsoft.com/office/powerpoint/2010/main" val="1727464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8">
          <a:extLst>
            <a:ext uri="{FF2B5EF4-FFF2-40B4-BE49-F238E27FC236}">
              <a16:creationId xmlns:a16="http://schemas.microsoft.com/office/drawing/2014/main" id="{13DF25EF-EF88-8B6D-9DDA-6F609D9E0101}"/>
            </a:ext>
          </a:extLst>
        </p:cNvPr>
        <p:cNvGrpSpPr/>
        <p:nvPr/>
      </p:nvGrpSpPr>
      <p:grpSpPr>
        <a:xfrm>
          <a:off x="0" y="0"/>
          <a:ext cx="0" cy="0"/>
          <a:chOff x="0" y="0"/>
          <a:chExt cx="0" cy="0"/>
        </a:xfrm>
      </p:grpSpPr>
      <p:sp>
        <p:nvSpPr>
          <p:cNvPr id="554" name="Google Shape;554;p38">
            <a:extLst>
              <a:ext uri="{FF2B5EF4-FFF2-40B4-BE49-F238E27FC236}">
                <a16:creationId xmlns:a16="http://schemas.microsoft.com/office/drawing/2014/main" id="{E0A3B49F-ECB6-EE89-CAAA-DF9AEA93324B}"/>
              </a:ext>
            </a:extLst>
          </p:cNvPr>
          <p:cNvSpPr txBox="1"/>
          <p:nvPr/>
        </p:nvSpPr>
        <p:spPr>
          <a:xfrm>
            <a:off x="609133" y="635763"/>
            <a:ext cx="7051089" cy="3871974"/>
          </a:xfrm>
          <a:prstGeom prst="rect">
            <a:avLst/>
          </a:prstGeom>
          <a:noFill/>
          <a:ln>
            <a:noFill/>
          </a:ln>
        </p:spPr>
        <p:txBody>
          <a:bodyPr spcFirstLastPara="1" wrap="square" lIns="91425" tIns="0" rIns="91425" bIns="0" anchor="t" anchorCtr="0">
            <a:noAutofit/>
          </a:bodyPr>
          <a:lstStyle/>
          <a:p>
            <a:pPr>
              <a:buClr>
                <a:schemeClr val="accent2"/>
              </a:buClr>
              <a:buSzPts val="12000"/>
            </a:pPr>
            <a:r>
              <a:rPr lang="fr-CM" sz="1600" b="1" dirty="0">
                <a:solidFill>
                  <a:schemeClr val="accent2"/>
                </a:solidFill>
                <a:latin typeface="Viga"/>
                <a:sym typeface="Viga"/>
              </a:rPr>
              <a:t>RECAPITULATIF BUDGET </a:t>
            </a:r>
          </a:p>
          <a:p>
            <a:pPr>
              <a:buClr>
                <a:schemeClr val="accent2"/>
              </a:buClr>
              <a:buSzPts val="12000"/>
            </a:pPr>
            <a:r>
              <a:rPr lang="fr-CM" sz="1600" b="1" dirty="0">
                <a:solidFill>
                  <a:schemeClr val="accent2"/>
                </a:solidFill>
                <a:latin typeface="Viga"/>
                <a:sym typeface="Viga"/>
              </a:rPr>
              <a:t> </a:t>
            </a:r>
            <a:endParaRPr lang="fr-CM"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557" name="Google Shape;557;p38">
            <a:extLst>
              <a:ext uri="{FF2B5EF4-FFF2-40B4-BE49-F238E27FC236}">
                <a16:creationId xmlns:a16="http://schemas.microsoft.com/office/drawing/2014/main" id="{455C05A4-F68C-460F-B7F1-C402597B137F}"/>
              </a:ext>
            </a:extLst>
          </p:cNvPr>
          <p:cNvSpPr txBox="1"/>
          <p:nvPr/>
        </p:nvSpPr>
        <p:spPr>
          <a:xfrm>
            <a:off x="2919570" y="4272931"/>
            <a:ext cx="1840500" cy="870569"/>
          </a:xfrm>
          <a:prstGeom prst="rect">
            <a:avLst/>
          </a:prstGeom>
          <a:noFill/>
          <a:ln>
            <a:noFill/>
          </a:ln>
        </p:spPr>
        <p:txBody>
          <a:bodyPr spcFirstLastPara="1" wrap="square" lIns="91425" tIns="0" rIns="91425" bIns="0" anchor="t" anchorCtr="0">
            <a:noAutofit/>
          </a:bodyPr>
          <a:lstStyle/>
          <a:p>
            <a:pPr algn="ctr"/>
            <a:endParaRPr dirty="0">
              <a:solidFill>
                <a:schemeClr val="dk1"/>
              </a:solidFill>
              <a:latin typeface="+mj-lt"/>
              <a:ea typeface="Raleway Medium"/>
              <a:cs typeface="Raleway Medium"/>
              <a:sym typeface="Raleway Medium"/>
            </a:endParaRPr>
          </a:p>
        </p:txBody>
      </p:sp>
      <p:sp>
        <p:nvSpPr>
          <p:cNvPr id="558" name="Google Shape;558;p38">
            <a:extLst>
              <a:ext uri="{FF2B5EF4-FFF2-40B4-BE49-F238E27FC236}">
                <a16:creationId xmlns:a16="http://schemas.microsoft.com/office/drawing/2014/main" id="{50FCFDD4-B581-FFFC-2576-B4236E6D1D71}"/>
              </a:ext>
            </a:extLst>
          </p:cNvPr>
          <p:cNvSpPr txBox="1"/>
          <p:nvPr/>
        </p:nvSpPr>
        <p:spPr>
          <a:xfrm>
            <a:off x="5443019" y="1591375"/>
            <a:ext cx="1840500" cy="324000"/>
          </a:xfrm>
          <a:prstGeom prst="rect">
            <a:avLst/>
          </a:prstGeom>
          <a:noFill/>
          <a:ln>
            <a:noFill/>
          </a:ln>
        </p:spPr>
        <p:txBody>
          <a:bodyPr spcFirstLastPara="1" wrap="square" lIns="91425" tIns="0" rIns="91425" bIns="0" anchor="t" anchorCtr="0">
            <a:noAutofit/>
          </a:bodyPr>
          <a:lstStyle/>
          <a:p>
            <a:pPr lvl="0" algn="ctr"/>
            <a:endParaRPr sz="2000" b="1" dirty="0">
              <a:solidFill>
                <a:schemeClr val="accent2"/>
              </a:solidFill>
              <a:latin typeface="Viga"/>
              <a:ea typeface="Viga"/>
              <a:cs typeface="Viga"/>
              <a:sym typeface="Viga"/>
            </a:endParaRPr>
          </a:p>
        </p:txBody>
      </p:sp>
      <p:graphicFrame>
        <p:nvGraphicFramePr>
          <p:cNvPr id="3" name="Tableau 2">
            <a:extLst>
              <a:ext uri="{FF2B5EF4-FFF2-40B4-BE49-F238E27FC236}">
                <a16:creationId xmlns:a16="http://schemas.microsoft.com/office/drawing/2014/main" id="{CA49F3C9-AA78-D911-8D45-15F82096516D}"/>
              </a:ext>
            </a:extLst>
          </p:cNvPr>
          <p:cNvGraphicFramePr>
            <a:graphicFrameLocks noGrp="1"/>
          </p:cNvGraphicFramePr>
          <p:nvPr>
            <p:extLst>
              <p:ext uri="{D42A27DB-BD31-4B8C-83A1-F6EECF244321}">
                <p14:modId xmlns:p14="http://schemas.microsoft.com/office/powerpoint/2010/main" val="1829226707"/>
              </p:ext>
            </p:extLst>
          </p:nvPr>
        </p:nvGraphicFramePr>
        <p:xfrm>
          <a:off x="1285460" y="1111300"/>
          <a:ext cx="4066210" cy="3260032"/>
        </p:xfrm>
        <a:graphic>
          <a:graphicData uri="http://schemas.openxmlformats.org/drawingml/2006/table">
            <a:tbl>
              <a:tblPr firstRow="1" bandRow="1">
                <a:tableStyleId>{F1717D3C-9BDB-45C7-828E-A1A48B0205C0}</a:tableStyleId>
              </a:tblPr>
              <a:tblGrid>
                <a:gridCol w="2033105">
                  <a:extLst>
                    <a:ext uri="{9D8B030D-6E8A-4147-A177-3AD203B41FA5}">
                      <a16:colId xmlns:a16="http://schemas.microsoft.com/office/drawing/2014/main" val="3530271185"/>
                    </a:ext>
                  </a:extLst>
                </a:gridCol>
                <a:gridCol w="2033105">
                  <a:extLst>
                    <a:ext uri="{9D8B030D-6E8A-4147-A177-3AD203B41FA5}">
                      <a16:colId xmlns:a16="http://schemas.microsoft.com/office/drawing/2014/main" val="1117180113"/>
                    </a:ext>
                  </a:extLst>
                </a:gridCol>
              </a:tblGrid>
              <a:tr h="426388">
                <a:tc>
                  <a:txBody>
                    <a:bodyPr/>
                    <a:lstStyle/>
                    <a:p>
                      <a:r>
                        <a:rPr lang="fr-FR" dirty="0">
                          <a:solidFill>
                            <a:schemeClr val="accent1"/>
                          </a:solidFill>
                        </a:rPr>
                        <a:t>RESSOURCES </a:t>
                      </a:r>
                    </a:p>
                  </a:txBody>
                  <a:tcPr/>
                </a:tc>
                <a:tc>
                  <a:txBody>
                    <a:bodyPr/>
                    <a:lstStyle/>
                    <a:p>
                      <a:r>
                        <a:rPr lang="fr-FR" dirty="0">
                          <a:solidFill>
                            <a:schemeClr val="accent1"/>
                          </a:solidFill>
                        </a:rPr>
                        <a:t>COUT  ( FCFA )</a:t>
                      </a:r>
                    </a:p>
                  </a:txBody>
                  <a:tcPr/>
                </a:tc>
                <a:extLst>
                  <a:ext uri="{0D108BD9-81ED-4DB2-BD59-A6C34878D82A}">
                    <a16:rowId xmlns:a16="http://schemas.microsoft.com/office/drawing/2014/main" val="2514678295"/>
                  </a:ext>
                </a:extLst>
              </a:tr>
              <a:tr h="426388">
                <a:tc>
                  <a:txBody>
                    <a:bodyPr/>
                    <a:lstStyle/>
                    <a:p>
                      <a:r>
                        <a:rPr lang="fr-FR" dirty="0"/>
                        <a:t>  développeur front (junior)</a:t>
                      </a:r>
                    </a:p>
                  </a:txBody>
                  <a:tcPr/>
                </a:tc>
                <a:tc>
                  <a:txBody>
                    <a:bodyPr/>
                    <a:lstStyle/>
                    <a:p>
                      <a:r>
                        <a:rPr lang="fr-FR" dirty="0"/>
                        <a:t>75 000</a:t>
                      </a:r>
                    </a:p>
                  </a:txBody>
                  <a:tcPr/>
                </a:tc>
                <a:extLst>
                  <a:ext uri="{0D108BD9-81ED-4DB2-BD59-A6C34878D82A}">
                    <a16:rowId xmlns:a16="http://schemas.microsoft.com/office/drawing/2014/main" val="3283679149"/>
                  </a:ext>
                </a:extLst>
              </a:tr>
              <a:tr h="426388">
                <a:tc>
                  <a:txBody>
                    <a:bodyPr/>
                    <a:lstStyle/>
                    <a:p>
                      <a:r>
                        <a:rPr lang="fr-FR" dirty="0"/>
                        <a:t>Administrateur système ( junior)</a:t>
                      </a:r>
                    </a:p>
                  </a:txBody>
                  <a:tcPr/>
                </a:tc>
                <a:tc>
                  <a:txBody>
                    <a:bodyPr/>
                    <a:lstStyle/>
                    <a:p>
                      <a:r>
                        <a:rPr lang="fr-FR" dirty="0"/>
                        <a:t>300 000</a:t>
                      </a:r>
                    </a:p>
                  </a:txBody>
                  <a:tcPr/>
                </a:tc>
                <a:extLst>
                  <a:ext uri="{0D108BD9-81ED-4DB2-BD59-A6C34878D82A}">
                    <a16:rowId xmlns:a16="http://schemas.microsoft.com/office/drawing/2014/main" val="3003278973"/>
                  </a:ext>
                </a:extLst>
              </a:tr>
              <a:tr h="426388">
                <a:tc>
                  <a:txBody>
                    <a:bodyPr/>
                    <a:lstStyle/>
                    <a:p>
                      <a:r>
                        <a:rPr lang="fr-FR" dirty="0"/>
                        <a:t>Testeur </a:t>
                      </a:r>
                    </a:p>
                  </a:txBody>
                  <a:tcPr/>
                </a:tc>
                <a:tc>
                  <a:txBody>
                    <a:bodyPr/>
                    <a:lstStyle/>
                    <a:p>
                      <a:r>
                        <a:rPr lang="fr-FR" dirty="0"/>
                        <a:t>150 000</a:t>
                      </a:r>
                    </a:p>
                  </a:txBody>
                  <a:tcPr/>
                </a:tc>
                <a:extLst>
                  <a:ext uri="{0D108BD9-81ED-4DB2-BD59-A6C34878D82A}">
                    <a16:rowId xmlns:a16="http://schemas.microsoft.com/office/drawing/2014/main" val="1218164637"/>
                  </a:ext>
                </a:extLst>
              </a:tr>
              <a:tr h="42638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a:t>Ressources matérielles</a:t>
                      </a:r>
                      <a:endParaRPr lang="fr-FR" dirty="0"/>
                    </a:p>
                  </a:txBody>
                  <a:tcPr/>
                </a:tc>
                <a:tc>
                  <a:txBody>
                    <a:bodyPr/>
                    <a:lstStyle/>
                    <a:p>
                      <a:r>
                        <a:rPr lang="fr-FR" dirty="0"/>
                        <a:t>1 825 000</a:t>
                      </a:r>
                    </a:p>
                  </a:txBody>
                  <a:tcPr/>
                </a:tc>
                <a:extLst>
                  <a:ext uri="{0D108BD9-81ED-4DB2-BD59-A6C34878D82A}">
                    <a16:rowId xmlns:a16="http://schemas.microsoft.com/office/drawing/2014/main" val="4218649910"/>
                  </a:ext>
                </a:extLst>
              </a:tr>
              <a:tr h="42638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dirty="0"/>
                        <a:t>Service : forfait internet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fr-FR" dirty="0"/>
                    </a:p>
                  </a:txBody>
                  <a:tcPr/>
                </a:tc>
                <a:tc>
                  <a:txBody>
                    <a:bodyPr/>
                    <a:lstStyle/>
                    <a:p>
                      <a:r>
                        <a:rPr lang="fr-FR" dirty="0"/>
                        <a:t>50 000</a:t>
                      </a:r>
                    </a:p>
                  </a:txBody>
                  <a:tcPr/>
                </a:tc>
                <a:extLst>
                  <a:ext uri="{0D108BD9-81ED-4DB2-BD59-A6C34878D82A}">
                    <a16:rowId xmlns:a16="http://schemas.microsoft.com/office/drawing/2014/main" val="1645204871"/>
                  </a:ext>
                </a:extLst>
              </a:tr>
              <a:tr h="42638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dirty="0">
                          <a:solidFill>
                            <a:schemeClr val="tx2"/>
                          </a:solidFill>
                        </a:rPr>
                        <a:t>TOTAL</a:t>
                      </a:r>
                    </a:p>
                  </a:txBody>
                  <a:tcPr/>
                </a:tc>
                <a:tc>
                  <a:txBody>
                    <a:bodyPr/>
                    <a:lstStyle/>
                    <a:p>
                      <a:r>
                        <a:rPr lang="fr-FR" dirty="0"/>
                        <a:t>2 400 000</a:t>
                      </a:r>
                    </a:p>
                  </a:txBody>
                  <a:tcPr/>
                </a:tc>
                <a:extLst>
                  <a:ext uri="{0D108BD9-81ED-4DB2-BD59-A6C34878D82A}">
                    <a16:rowId xmlns:a16="http://schemas.microsoft.com/office/drawing/2014/main" val="1391615025"/>
                  </a:ext>
                </a:extLst>
              </a:tr>
            </a:tbl>
          </a:graphicData>
        </a:graphic>
      </p:graphicFrame>
    </p:spTree>
    <p:extLst>
      <p:ext uri="{BB962C8B-B14F-4D97-AF65-F5344CB8AC3E}">
        <p14:creationId xmlns:p14="http://schemas.microsoft.com/office/powerpoint/2010/main" val="3493145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DE5B06-AC6B-D321-6AD1-490813D33B49}"/>
              </a:ext>
            </a:extLst>
          </p:cNvPr>
          <p:cNvSpPr>
            <a:spLocks noGrp="1"/>
          </p:cNvSpPr>
          <p:nvPr>
            <p:ph type="title"/>
          </p:nvPr>
        </p:nvSpPr>
        <p:spPr>
          <a:xfrm>
            <a:off x="714150" y="918613"/>
            <a:ext cx="7715700" cy="572700"/>
          </a:xfrm>
        </p:spPr>
        <p:txBody>
          <a:bodyPr/>
          <a:lstStyle/>
          <a:p>
            <a:pPr algn="ctr"/>
            <a:r>
              <a:rPr lang="fr-FR" dirty="0"/>
              <a:t>CONCLUSION</a:t>
            </a:r>
          </a:p>
        </p:txBody>
      </p:sp>
    </p:spTree>
    <p:extLst>
      <p:ext uri="{BB962C8B-B14F-4D97-AF65-F5344CB8AC3E}">
        <p14:creationId xmlns:p14="http://schemas.microsoft.com/office/powerpoint/2010/main" val="1757059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02"/>
        <p:cNvGrpSpPr/>
        <p:nvPr/>
      </p:nvGrpSpPr>
      <p:grpSpPr>
        <a:xfrm>
          <a:off x="0" y="0"/>
          <a:ext cx="0" cy="0"/>
          <a:chOff x="0" y="0"/>
          <a:chExt cx="0" cy="0"/>
        </a:xfrm>
      </p:grpSpPr>
      <p:sp>
        <p:nvSpPr>
          <p:cNvPr id="1405" name="Google Shape;1405;p58"/>
          <p:cNvSpPr txBox="1">
            <a:spLocks noGrp="1"/>
          </p:cNvSpPr>
          <p:nvPr>
            <p:ph type="title"/>
          </p:nvPr>
        </p:nvSpPr>
        <p:spPr>
          <a:xfrm>
            <a:off x="0" y="2653871"/>
            <a:ext cx="4823400" cy="1219500"/>
          </a:xfrm>
          <a:prstGeom prst="rect">
            <a:avLst/>
          </a:prstGeom>
        </p:spPr>
        <p:txBody>
          <a:bodyPr spcFirstLastPara="1" wrap="square" lIns="91425" tIns="0" rIns="91425" bIns="0" anchor="t" anchorCtr="0">
            <a:noAutofit/>
          </a:bodyPr>
          <a:lstStyle/>
          <a:p>
            <a:pPr marL="0" lvl="0" indent="0" algn="ctr" rtl="0">
              <a:spcBef>
                <a:spcPts val="0"/>
              </a:spcBef>
              <a:spcAft>
                <a:spcPts val="0"/>
              </a:spcAft>
              <a:buNone/>
            </a:pPr>
            <a:r>
              <a:rPr lang="en" dirty="0"/>
              <a:t>	Merci </a:t>
            </a:r>
            <a:endParaRPr dirty="0">
              <a:solidFill>
                <a:schemeClr val="dk2"/>
              </a:solidFill>
            </a:endParaRPr>
          </a:p>
        </p:txBody>
      </p:sp>
      <p:grpSp>
        <p:nvGrpSpPr>
          <p:cNvPr id="1421" name="Google Shape;1421;p58"/>
          <p:cNvGrpSpPr/>
          <p:nvPr/>
        </p:nvGrpSpPr>
        <p:grpSpPr>
          <a:xfrm>
            <a:off x="5222538" y="1209350"/>
            <a:ext cx="3296013" cy="3584700"/>
            <a:chOff x="5222538" y="1209350"/>
            <a:chExt cx="3296013" cy="3584700"/>
          </a:xfrm>
        </p:grpSpPr>
        <p:sp>
          <p:nvSpPr>
            <p:cNvPr id="1422" name="Google Shape;1422;p58"/>
            <p:cNvSpPr/>
            <p:nvPr/>
          </p:nvSpPr>
          <p:spPr>
            <a:xfrm>
              <a:off x="7647300" y="1209350"/>
              <a:ext cx="262758" cy="262758"/>
            </a:xfrm>
            <a:custGeom>
              <a:avLst/>
              <a:gdLst/>
              <a:ahLst/>
              <a:cxnLst/>
              <a:rect l="l" t="t" r="r" b="b"/>
              <a:pathLst>
                <a:path w="12176" h="12176" extrusionOk="0">
                  <a:moveTo>
                    <a:pt x="6105" y="801"/>
                  </a:moveTo>
                  <a:cubicBezTo>
                    <a:pt x="9007" y="801"/>
                    <a:pt x="11408" y="3170"/>
                    <a:pt x="11408" y="6072"/>
                  </a:cubicBezTo>
                  <a:cubicBezTo>
                    <a:pt x="11408" y="9007"/>
                    <a:pt x="9007" y="11375"/>
                    <a:pt x="6105" y="11375"/>
                  </a:cubicBezTo>
                  <a:cubicBezTo>
                    <a:pt x="3169" y="11375"/>
                    <a:pt x="801" y="9007"/>
                    <a:pt x="801" y="6072"/>
                  </a:cubicBezTo>
                  <a:cubicBezTo>
                    <a:pt x="801" y="3170"/>
                    <a:pt x="3169" y="801"/>
                    <a:pt x="6105" y="801"/>
                  </a:cubicBezTo>
                  <a:close/>
                  <a:moveTo>
                    <a:pt x="6105" y="1"/>
                  </a:moveTo>
                  <a:cubicBezTo>
                    <a:pt x="2735" y="1"/>
                    <a:pt x="0" y="2736"/>
                    <a:pt x="0" y="6072"/>
                  </a:cubicBezTo>
                  <a:cubicBezTo>
                    <a:pt x="0" y="9474"/>
                    <a:pt x="2769" y="12176"/>
                    <a:pt x="6105" y="12176"/>
                  </a:cubicBezTo>
                  <a:cubicBezTo>
                    <a:pt x="9440" y="12176"/>
                    <a:pt x="12176" y="9474"/>
                    <a:pt x="12176" y="6072"/>
                  </a:cubicBezTo>
                  <a:cubicBezTo>
                    <a:pt x="12176" y="2703"/>
                    <a:pt x="9440" y="1"/>
                    <a:pt x="610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3" name="Google Shape;1423;p58"/>
            <p:cNvGrpSpPr/>
            <p:nvPr/>
          </p:nvGrpSpPr>
          <p:grpSpPr>
            <a:xfrm>
              <a:off x="8359250" y="2887300"/>
              <a:ext cx="159300" cy="158475"/>
              <a:chOff x="7528850" y="2048400"/>
              <a:chExt cx="159300" cy="158475"/>
            </a:xfrm>
          </p:grpSpPr>
          <p:sp>
            <p:nvSpPr>
              <p:cNvPr id="1424" name="Google Shape;1424;p58"/>
              <p:cNvSpPr/>
              <p:nvPr/>
            </p:nvSpPr>
            <p:spPr>
              <a:xfrm>
                <a:off x="7598900" y="2048400"/>
                <a:ext cx="19200" cy="158475"/>
              </a:xfrm>
              <a:custGeom>
                <a:avLst/>
                <a:gdLst/>
                <a:ahLst/>
                <a:cxnLst/>
                <a:rect l="l" t="t" r="r" b="b"/>
                <a:pathLst>
                  <a:path w="768" h="6339" extrusionOk="0">
                    <a:moveTo>
                      <a:pt x="367" y="1"/>
                    </a:moveTo>
                    <a:cubicBezTo>
                      <a:pt x="167" y="1"/>
                      <a:pt x="0" y="167"/>
                      <a:pt x="0" y="401"/>
                    </a:cubicBezTo>
                    <a:lnTo>
                      <a:pt x="0" y="5972"/>
                    </a:lnTo>
                    <a:cubicBezTo>
                      <a:pt x="0" y="6172"/>
                      <a:pt x="167" y="6339"/>
                      <a:pt x="367" y="6339"/>
                    </a:cubicBezTo>
                    <a:cubicBezTo>
                      <a:pt x="567" y="6339"/>
                      <a:pt x="768" y="6172"/>
                      <a:pt x="734" y="5972"/>
                    </a:cubicBezTo>
                    <a:lnTo>
                      <a:pt x="734" y="401"/>
                    </a:lnTo>
                    <a:cubicBezTo>
                      <a:pt x="734" y="167"/>
                      <a:pt x="567" y="1"/>
                      <a:pt x="3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58"/>
              <p:cNvSpPr/>
              <p:nvPr/>
            </p:nvSpPr>
            <p:spPr>
              <a:xfrm>
                <a:off x="7528850" y="2118450"/>
                <a:ext cx="159300" cy="19200"/>
              </a:xfrm>
              <a:custGeom>
                <a:avLst/>
                <a:gdLst/>
                <a:ahLst/>
                <a:cxnLst/>
                <a:rect l="l" t="t" r="r" b="b"/>
                <a:pathLst>
                  <a:path w="6372" h="768" extrusionOk="0">
                    <a:moveTo>
                      <a:pt x="367" y="1"/>
                    </a:moveTo>
                    <a:cubicBezTo>
                      <a:pt x="167" y="1"/>
                      <a:pt x="0" y="167"/>
                      <a:pt x="0" y="368"/>
                    </a:cubicBezTo>
                    <a:cubicBezTo>
                      <a:pt x="0" y="601"/>
                      <a:pt x="167" y="768"/>
                      <a:pt x="367" y="768"/>
                    </a:cubicBezTo>
                    <a:lnTo>
                      <a:pt x="5971" y="768"/>
                    </a:lnTo>
                    <a:cubicBezTo>
                      <a:pt x="6205" y="768"/>
                      <a:pt x="6372" y="534"/>
                      <a:pt x="6338" y="368"/>
                    </a:cubicBezTo>
                    <a:cubicBezTo>
                      <a:pt x="6338" y="167"/>
                      <a:pt x="6171" y="1"/>
                      <a:pt x="597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6" name="Google Shape;1426;p58"/>
            <p:cNvGrpSpPr/>
            <p:nvPr/>
          </p:nvGrpSpPr>
          <p:grpSpPr>
            <a:xfrm>
              <a:off x="5222538" y="3630463"/>
              <a:ext cx="142625" cy="142625"/>
              <a:chOff x="5997750" y="2351125"/>
              <a:chExt cx="142625" cy="142625"/>
            </a:xfrm>
          </p:grpSpPr>
          <p:sp>
            <p:nvSpPr>
              <p:cNvPr id="1427" name="Google Shape;1427;p58"/>
              <p:cNvSpPr/>
              <p:nvPr/>
            </p:nvSpPr>
            <p:spPr>
              <a:xfrm>
                <a:off x="6058625" y="2351125"/>
                <a:ext cx="20050" cy="142625"/>
              </a:xfrm>
              <a:custGeom>
                <a:avLst/>
                <a:gdLst/>
                <a:ahLst/>
                <a:cxnLst/>
                <a:rect l="l" t="t" r="r" b="b"/>
                <a:pathLst>
                  <a:path w="802" h="5705" extrusionOk="0">
                    <a:moveTo>
                      <a:pt x="401" y="0"/>
                    </a:moveTo>
                    <a:cubicBezTo>
                      <a:pt x="167" y="0"/>
                      <a:pt x="1" y="167"/>
                      <a:pt x="1" y="367"/>
                    </a:cubicBezTo>
                    <a:lnTo>
                      <a:pt x="1" y="5338"/>
                    </a:lnTo>
                    <a:cubicBezTo>
                      <a:pt x="1" y="5538"/>
                      <a:pt x="167" y="5704"/>
                      <a:pt x="401" y="5704"/>
                    </a:cubicBezTo>
                    <a:cubicBezTo>
                      <a:pt x="634" y="5704"/>
                      <a:pt x="801" y="5538"/>
                      <a:pt x="768" y="5338"/>
                    </a:cubicBezTo>
                    <a:lnTo>
                      <a:pt x="768" y="367"/>
                    </a:lnTo>
                    <a:cubicBezTo>
                      <a:pt x="768" y="167"/>
                      <a:pt x="601" y="0"/>
                      <a:pt x="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58"/>
              <p:cNvSpPr/>
              <p:nvPr/>
            </p:nvSpPr>
            <p:spPr>
              <a:xfrm>
                <a:off x="5997750" y="2413675"/>
                <a:ext cx="142625" cy="18350"/>
              </a:xfrm>
              <a:custGeom>
                <a:avLst/>
                <a:gdLst/>
                <a:ahLst/>
                <a:cxnLst/>
                <a:rect l="l" t="t" r="r" b="b"/>
                <a:pathLst>
                  <a:path w="5705" h="734" extrusionOk="0">
                    <a:moveTo>
                      <a:pt x="368" y="0"/>
                    </a:moveTo>
                    <a:cubicBezTo>
                      <a:pt x="167" y="0"/>
                      <a:pt x="1" y="167"/>
                      <a:pt x="1" y="367"/>
                    </a:cubicBezTo>
                    <a:cubicBezTo>
                      <a:pt x="1" y="567"/>
                      <a:pt x="167" y="734"/>
                      <a:pt x="368" y="734"/>
                    </a:cubicBezTo>
                    <a:lnTo>
                      <a:pt x="5338" y="734"/>
                    </a:lnTo>
                    <a:cubicBezTo>
                      <a:pt x="5538" y="734"/>
                      <a:pt x="5705" y="567"/>
                      <a:pt x="5705" y="367"/>
                    </a:cubicBezTo>
                    <a:cubicBezTo>
                      <a:pt x="5705" y="167"/>
                      <a:pt x="5538" y="0"/>
                      <a:pt x="5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9" name="Google Shape;1429;p58"/>
            <p:cNvGrpSpPr/>
            <p:nvPr/>
          </p:nvGrpSpPr>
          <p:grpSpPr>
            <a:xfrm>
              <a:off x="5537584" y="2336342"/>
              <a:ext cx="262730" cy="262730"/>
              <a:chOff x="8190975" y="3698750"/>
              <a:chExt cx="142625" cy="142625"/>
            </a:xfrm>
          </p:grpSpPr>
          <p:sp>
            <p:nvSpPr>
              <p:cNvPr id="1430" name="Google Shape;1430;p58"/>
              <p:cNvSpPr/>
              <p:nvPr/>
            </p:nvSpPr>
            <p:spPr>
              <a:xfrm>
                <a:off x="8253525" y="3698750"/>
                <a:ext cx="18375" cy="142625"/>
              </a:xfrm>
              <a:custGeom>
                <a:avLst/>
                <a:gdLst/>
                <a:ahLst/>
                <a:cxnLst/>
                <a:rect l="l" t="t" r="r" b="b"/>
                <a:pathLst>
                  <a:path w="735" h="5705" extrusionOk="0">
                    <a:moveTo>
                      <a:pt x="368" y="1"/>
                    </a:moveTo>
                    <a:cubicBezTo>
                      <a:pt x="168" y="1"/>
                      <a:pt x="1" y="167"/>
                      <a:pt x="1" y="368"/>
                    </a:cubicBezTo>
                    <a:lnTo>
                      <a:pt x="1" y="5338"/>
                    </a:lnTo>
                    <a:cubicBezTo>
                      <a:pt x="1" y="5538"/>
                      <a:pt x="168" y="5705"/>
                      <a:pt x="368" y="5705"/>
                    </a:cubicBezTo>
                    <a:cubicBezTo>
                      <a:pt x="568" y="5705"/>
                      <a:pt x="735" y="5538"/>
                      <a:pt x="735" y="5338"/>
                    </a:cubicBezTo>
                    <a:lnTo>
                      <a:pt x="735" y="368"/>
                    </a:lnTo>
                    <a:cubicBezTo>
                      <a:pt x="735" y="167"/>
                      <a:pt x="568" y="1"/>
                      <a:pt x="3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58"/>
              <p:cNvSpPr/>
              <p:nvPr/>
            </p:nvSpPr>
            <p:spPr>
              <a:xfrm>
                <a:off x="8190975" y="3761300"/>
                <a:ext cx="142625" cy="19200"/>
              </a:xfrm>
              <a:custGeom>
                <a:avLst/>
                <a:gdLst/>
                <a:ahLst/>
                <a:cxnLst/>
                <a:rect l="l" t="t" r="r" b="b"/>
                <a:pathLst>
                  <a:path w="5705" h="768" extrusionOk="0">
                    <a:moveTo>
                      <a:pt x="368" y="0"/>
                    </a:moveTo>
                    <a:cubicBezTo>
                      <a:pt x="168" y="0"/>
                      <a:pt x="1" y="167"/>
                      <a:pt x="1" y="367"/>
                    </a:cubicBezTo>
                    <a:cubicBezTo>
                      <a:pt x="1" y="601"/>
                      <a:pt x="168" y="768"/>
                      <a:pt x="368" y="768"/>
                    </a:cubicBezTo>
                    <a:lnTo>
                      <a:pt x="5338" y="768"/>
                    </a:lnTo>
                    <a:cubicBezTo>
                      <a:pt x="5538" y="768"/>
                      <a:pt x="5705" y="534"/>
                      <a:pt x="5705" y="367"/>
                    </a:cubicBezTo>
                    <a:cubicBezTo>
                      <a:pt x="5705" y="167"/>
                      <a:pt x="5538" y="0"/>
                      <a:pt x="53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2" name="Google Shape;1432;p58"/>
            <p:cNvSpPr/>
            <p:nvPr/>
          </p:nvSpPr>
          <p:spPr>
            <a:xfrm>
              <a:off x="8035650" y="4501325"/>
              <a:ext cx="323600" cy="292725"/>
            </a:xfrm>
            <a:custGeom>
              <a:avLst/>
              <a:gdLst/>
              <a:ahLst/>
              <a:cxnLst/>
              <a:rect l="l" t="t" r="r" b="b"/>
              <a:pathLst>
                <a:path w="12944" h="11709" extrusionOk="0">
                  <a:moveTo>
                    <a:pt x="9107" y="734"/>
                  </a:moveTo>
                  <a:cubicBezTo>
                    <a:pt x="10775" y="734"/>
                    <a:pt x="12110" y="2102"/>
                    <a:pt x="12110" y="3737"/>
                  </a:cubicBezTo>
                  <a:cubicBezTo>
                    <a:pt x="12110" y="4537"/>
                    <a:pt x="11809" y="5238"/>
                    <a:pt x="11309" y="5771"/>
                  </a:cubicBezTo>
                  <a:lnTo>
                    <a:pt x="6439" y="10608"/>
                  </a:lnTo>
                  <a:lnTo>
                    <a:pt x="1702" y="5938"/>
                  </a:lnTo>
                  <a:lnTo>
                    <a:pt x="1569" y="5771"/>
                  </a:lnTo>
                  <a:cubicBezTo>
                    <a:pt x="1068" y="5238"/>
                    <a:pt x="768" y="4504"/>
                    <a:pt x="768" y="3737"/>
                  </a:cubicBezTo>
                  <a:cubicBezTo>
                    <a:pt x="768" y="2069"/>
                    <a:pt x="2102" y="734"/>
                    <a:pt x="3770" y="734"/>
                  </a:cubicBezTo>
                  <a:cubicBezTo>
                    <a:pt x="4738" y="734"/>
                    <a:pt x="5605" y="1201"/>
                    <a:pt x="6105" y="1935"/>
                  </a:cubicBezTo>
                  <a:lnTo>
                    <a:pt x="6439" y="2369"/>
                  </a:lnTo>
                  <a:lnTo>
                    <a:pt x="6706" y="1935"/>
                  </a:lnTo>
                  <a:cubicBezTo>
                    <a:pt x="7273" y="1135"/>
                    <a:pt x="8140" y="734"/>
                    <a:pt x="9107" y="734"/>
                  </a:cubicBezTo>
                  <a:close/>
                  <a:moveTo>
                    <a:pt x="3770" y="1"/>
                  </a:moveTo>
                  <a:cubicBezTo>
                    <a:pt x="1736" y="1"/>
                    <a:pt x="1" y="1668"/>
                    <a:pt x="1" y="3737"/>
                  </a:cubicBezTo>
                  <a:cubicBezTo>
                    <a:pt x="1" y="4704"/>
                    <a:pt x="368" y="5605"/>
                    <a:pt x="1068" y="6338"/>
                  </a:cubicBezTo>
                  <a:lnTo>
                    <a:pt x="6472" y="11709"/>
                  </a:lnTo>
                  <a:lnTo>
                    <a:pt x="11743" y="6539"/>
                  </a:lnTo>
                  <a:lnTo>
                    <a:pt x="11943" y="6338"/>
                  </a:lnTo>
                  <a:cubicBezTo>
                    <a:pt x="12577" y="5605"/>
                    <a:pt x="12944" y="4704"/>
                    <a:pt x="12944" y="3737"/>
                  </a:cubicBezTo>
                  <a:cubicBezTo>
                    <a:pt x="12944" y="1702"/>
                    <a:pt x="11276" y="1"/>
                    <a:pt x="9174" y="1"/>
                  </a:cubicBezTo>
                  <a:cubicBezTo>
                    <a:pt x="8140" y="1"/>
                    <a:pt x="7173" y="401"/>
                    <a:pt x="6472" y="1101"/>
                  </a:cubicBezTo>
                  <a:cubicBezTo>
                    <a:pt x="5772" y="401"/>
                    <a:pt x="4804" y="1"/>
                    <a:pt x="37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2" name="Google Shape;1472;p58"/>
          <p:cNvSpPr txBox="1">
            <a:spLocks noGrp="1"/>
          </p:cNvSpPr>
          <p:nvPr>
            <p:ph type="subTitle" idx="2"/>
          </p:nvPr>
        </p:nvSpPr>
        <p:spPr>
          <a:xfrm>
            <a:off x="892966" y="118332"/>
            <a:ext cx="3722066" cy="169051"/>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fr-FR" sz="900" dirty="0"/>
              <a:t>Année Académique 2023-2024</a:t>
            </a:r>
            <a:endParaRPr sz="900" dirty="0"/>
          </a:p>
        </p:txBody>
      </p:sp>
      <p:sp>
        <p:nvSpPr>
          <p:cNvPr id="3" name="Sous-titre 2">
            <a:extLst>
              <a:ext uri="{FF2B5EF4-FFF2-40B4-BE49-F238E27FC236}">
                <a16:creationId xmlns:a16="http://schemas.microsoft.com/office/drawing/2014/main" id="{C083EAF1-935B-6C9F-E225-9C7CF5E948A0}"/>
              </a:ext>
            </a:extLst>
          </p:cNvPr>
          <p:cNvSpPr>
            <a:spLocks noGrp="1"/>
          </p:cNvSpPr>
          <p:nvPr>
            <p:ph type="subTitle" idx="1"/>
          </p:nvPr>
        </p:nvSpPr>
        <p:spPr>
          <a:xfrm>
            <a:off x="714175" y="1629175"/>
            <a:ext cx="4823400" cy="639400"/>
          </a:xfrm>
        </p:spPr>
        <p:txBody>
          <a:bodyPr/>
          <a:lstStyle/>
          <a:p>
            <a:r>
              <a:rPr lang="fr-FR" sz="2000" dirty="0"/>
              <a:t>POUR VOTRE AIMABLE ATTENTION</a:t>
            </a:r>
          </a:p>
        </p:txBody>
      </p:sp>
    </p:spTree>
  </p:cSld>
  <p:clrMapOvr>
    <a:masterClrMapping/>
  </p:clrMapOvr>
</p:sld>
</file>

<file path=ppt/theme/theme1.xml><?xml version="1.0" encoding="utf-8"?>
<a:theme xmlns:a="http://schemas.openxmlformats.org/drawingml/2006/main" name="Web Design Marketing Plan for a Health Care Center by Slidesgo">
  <a:themeElements>
    <a:clrScheme name="Simple Light">
      <a:dk1>
        <a:srgbClr val="000000"/>
      </a:dk1>
      <a:lt1>
        <a:srgbClr val="F2F5FF"/>
      </a:lt1>
      <a:dk2>
        <a:srgbClr val="2F3CB4"/>
      </a:dk2>
      <a:lt2>
        <a:srgbClr val="6F7CF8"/>
      </a:lt2>
      <a:accent1>
        <a:srgbClr val="5560C7"/>
      </a:accent1>
      <a:accent2>
        <a:srgbClr val="2A36A7"/>
      </a:accent2>
      <a:accent3>
        <a:srgbClr val="DBE2FF"/>
      </a:accent3>
      <a:accent4>
        <a:srgbClr val="BFCBFC"/>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4846</TotalTime>
  <Words>701</Words>
  <Application>Microsoft Macintosh PowerPoint</Application>
  <PresentationFormat>Affichage à l'écran (16:9)</PresentationFormat>
  <Paragraphs>156</Paragraphs>
  <Slides>25</Slides>
  <Notes>23</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25</vt:i4>
      </vt:variant>
    </vt:vector>
  </HeadingPairs>
  <TitlesOfParts>
    <vt:vector size="35" baseType="lpstr">
      <vt:lpstr>Bell MT</vt:lpstr>
      <vt:lpstr>Montserrat</vt:lpstr>
      <vt:lpstr>Raleway</vt:lpstr>
      <vt:lpstr>Calibri Light</vt:lpstr>
      <vt:lpstr>Raleway Medium</vt:lpstr>
      <vt:lpstr>Wingdings</vt:lpstr>
      <vt:lpstr>Arial</vt:lpstr>
      <vt:lpstr>Calibri</vt:lpstr>
      <vt:lpstr>Viga</vt:lpstr>
      <vt:lpstr>Web Design Marketing Plan for a Health Care Center by Slidesgo</vt:lpstr>
      <vt:lpstr>CAHIER DES CHARGES  conception, développement et déploiement d’un   Distributed File Replicator  </vt:lpstr>
      <vt:lpstr>TABLE DE MATIERES</vt:lpstr>
      <vt:lpstr>INTRODUCTION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CONCLUSION</vt:lpstr>
      <vt:lpstr> 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PLAN D’UNE APPLICATION DE CONSULTATION MEDICALE EN LIGNE</dc:title>
  <dc:creator>Divine</dc:creator>
  <cp:lastModifiedBy>jules garka</cp:lastModifiedBy>
  <cp:revision>95</cp:revision>
  <dcterms:modified xsi:type="dcterms:W3CDTF">2025-12-15T15:36:23Z</dcterms:modified>
</cp:coreProperties>
</file>